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64" r:id="rId15"/>
    <p:sldId id="265" r:id="rId1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9C002-9C90-E371-DF3B-7A772D154C77}" v="88" dt="2024-01-25T23:40:54.476"/>
    <p1510:client id="{7D2DD571-78C7-4C7F-A05B-9784F1716D28}" v="2155" dt="2024-01-25T23:32:56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tor Vasylyshyn" userId="S::338791@uwr.edu.pl::3d9a075e-c1ab-45e1-8a15-713c1a6f16a2" providerId="AD" clId="Web-{7D2DD571-78C7-4C7F-A05B-9784F1716D28}"/>
    <pc:docChg chg="addSld delSld modSld sldOrd addMainMaster delMainMaster">
      <pc:chgData name="Viktor Vasylyshyn" userId="S::338791@uwr.edu.pl::3d9a075e-c1ab-45e1-8a15-713c1a6f16a2" providerId="AD" clId="Web-{7D2DD571-78C7-4C7F-A05B-9784F1716D28}" dt="2024-01-25T23:32:56.356" v="1968" actId="1076"/>
      <pc:docMkLst>
        <pc:docMk/>
      </pc:docMkLst>
      <pc:sldChg chg="addSp delSp modSp mod setBg modClrScheme chgLayout">
        <pc:chgData name="Viktor Vasylyshyn" userId="S::338791@uwr.edu.pl::3d9a075e-c1ab-45e1-8a15-713c1a6f16a2" providerId="AD" clId="Web-{7D2DD571-78C7-4C7F-A05B-9784F1716D28}" dt="2024-01-25T23:18:09.608" v="1625" actId="14100"/>
        <pc:sldMkLst>
          <pc:docMk/>
          <pc:sldMk cId="650317164" sldId="256"/>
        </pc:sldMkLst>
        <pc:spChg chg="mod">
          <ac:chgData name="Viktor Vasylyshyn" userId="S::338791@uwr.edu.pl::3d9a075e-c1ab-45e1-8a15-713c1a6f16a2" providerId="AD" clId="Web-{7D2DD571-78C7-4C7F-A05B-9784F1716D28}" dt="2024-01-25T00:56:56.974" v="70" actId="20577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Viktor Vasylyshyn" userId="S::338791@uwr.edu.pl::3d9a075e-c1ab-45e1-8a15-713c1a6f16a2" providerId="AD" clId="Web-{7D2DD571-78C7-4C7F-A05B-9784F1716D28}" dt="2024-01-25T00:56:25.005" v="69" actId="20577"/>
          <ac:spMkLst>
            <pc:docMk/>
            <pc:sldMk cId="650317164" sldId="256"/>
            <ac:spMk id="3" creationId="{00000000-0000-0000-0000-000000000000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08.815" v="36"/>
          <ac:spMkLst>
            <pc:docMk/>
            <pc:sldMk cId="650317164" sldId="256"/>
            <ac:spMk id="5" creationId="{CA5B2A81-2C8E-4963-AFD4-E539D168B475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3:10.517" v="11"/>
          <ac:spMkLst>
            <pc:docMk/>
            <pc:sldMk cId="650317164" sldId="256"/>
            <ac:spMk id="9" creationId="{F619DE0E-F039-443E-AF60-E4B6AA72D29F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17.971" v="38"/>
          <ac:spMkLst>
            <pc:docMk/>
            <pc:sldMk cId="650317164" sldId="256"/>
            <ac:spMk id="10" creationId="{CA22F210-7186-4074-94C5-FAD2C2EB15B2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3:10.517" v="11"/>
          <ac:spMkLst>
            <pc:docMk/>
            <pc:sldMk cId="650317164" sldId="256"/>
            <ac:spMk id="11" creationId="{AA065953-3D69-4CD4-80C3-DF10DEB4C76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17.971" v="38"/>
          <ac:spMkLst>
            <pc:docMk/>
            <pc:sldMk cId="650317164" sldId="256"/>
            <ac:spMk id="12" creationId="{7ED93057-B056-4D1D-B0DA-F1619DAAF5A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3:10.517" v="11"/>
          <ac:spMkLst>
            <pc:docMk/>
            <pc:sldMk cId="650317164" sldId="256"/>
            <ac:spMk id="13" creationId="{2AB36DB5-F10D-4EDB-87E2-ECB9301FFC62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17.971" v="38"/>
          <ac:spMkLst>
            <pc:docMk/>
            <pc:sldMk cId="650317164" sldId="256"/>
            <ac:spMk id="14" creationId="{F5B41592-BC5E-4AE2-8CA7-91C73FD8F744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3:10.517" v="11"/>
          <ac:spMkLst>
            <pc:docMk/>
            <pc:sldMk cId="650317164" sldId="256"/>
            <ac:spMk id="15" creationId="{446F195D-95DC-419E-BBC1-E2B601A6067B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17.971" v="38"/>
          <ac:spMkLst>
            <pc:docMk/>
            <pc:sldMk cId="650317164" sldId="256"/>
            <ac:spMk id="16" creationId="{CB574A3D-9991-4D4A-91DF-0D0DE47DB31E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3:10.517" v="11"/>
          <ac:spMkLst>
            <pc:docMk/>
            <pc:sldMk cId="650317164" sldId="256"/>
            <ac:spMk id="17" creationId="{55993D72-5628-4E5E-BB9F-96066414EEFD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17.971" v="38"/>
          <ac:spMkLst>
            <pc:docMk/>
            <pc:sldMk cId="650317164" sldId="256"/>
            <ac:spMk id="18" creationId="{D5A56255-4961-41E1-887B-7319F23C909E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3:31.798" v="17"/>
          <ac:spMkLst>
            <pc:docMk/>
            <pc:sldMk cId="650317164" sldId="256"/>
            <ac:spMk id="19" creationId="{6FA9327B-0F60-46E3-AD80-CE73838567B3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26.331" v="40"/>
          <ac:spMkLst>
            <pc:docMk/>
            <pc:sldMk cId="650317164" sldId="256"/>
            <ac:spMk id="24" creationId="{68CA250C-CF5A-4736-9249-D6111F7C5545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26.331" v="40"/>
          <ac:spMkLst>
            <pc:docMk/>
            <pc:sldMk cId="650317164" sldId="256"/>
            <ac:spMk id="25" creationId="{CE3A6CF1-CE88-42A3-8C77-AE98091E7CCE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30.846" v="42"/>
          <ac:spMkLst>
            <pc:docMk/>
            <pc:sldMk cId="650317164" sldId="256"/>
            <ac:spMk id="28" creationId="{3CE54A2A-DF49-4800-82E7-3AF9353F8110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30.846" v="42"/>
          <ac:spMkLst>
            <pc:docMk/>
            <pc:sldMk cId="650317164" sldId="256"/>
            <ac:spMk id="29" creationId="{96125ED7-F0CF-40D9-8C60-51E1880536B3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35.018" v="44"/>
          <ac:spMkLst>
            <pc:docMk/>
            <pc:sldMk cId="650317164" sldId="256"/>
            <ac:spMk id="38" creationId="{F1174801-1395-44C5-9B00-CCAC45C056E7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35.018" v="44"/>
          <ac:spMkLst>
            <pc:docMk/>
            <pc:sldMk cId="650317164" sldId="256"/>
            <ac:spMk id="39" creationId="{996DFAFB-BCE1-4BEC-82FB-D574234DEF0A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4:35.018" v="44"/>
          <ac:spMkLst>
            <pc:docMk/>
            <pc:sldMk cId="650317164" sldId="256"/>
            <ac:spMk id="40" creationId="{60E728E6-A07E-4A6C-AB92-D56E1402F61A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5:18.535" v="46"/>
          <ac:spMkLst>
            <pc:docMk/>
            <pc:sldMk cId="650317164" sldId="256"/>
            <ac:spMk id="58" creationId="{6CA2C65D-0168-1245-86C8-62A8A6F7B813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5:18.535" v="46"/>
          <ac:spMkLst>
            <pc:docMk/>
            <pc:sldMk cId="650317164" sldId="256"/>
            <ac:spMk id="60" creationId="{12E8ED90-6D42-AE40-963A-3924EE2073F0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5:18.535" v="46"/>
          <ac:spMkLst>
            <pc:docMk/>
            <pc:sldMk cId="650317164" sldId="256"/>
            <ac:spMk id="61" creationId="{755E9273-3717-C94C-9BFF-75E87E47C46A}"/>
          </ac:spMkLst>
        </pc:spChg>
        <pc:spChg chg="add">
          <ac:chgData name="Viktor Vasylyshyn" userId="S::338791@uwr.edu.pl::3d9a075e-c1ab-45e1-8a15-713c1a6f16a2" providerId="AD" clId="Web-{7D2DD571-78C7-4C7F-A05B-9784F1716D28}" dt="2024-01-25T00:55:18.582" v="47"/>
          <ac:spMkLst>
            <pc:docMk/>
            <pc:sldMk cId="650317164" sldId="256"/>
            <ac:spMk id="63" creationId="{0DBF1ABE-8590-450D-BB49-BDDCCF3EEA9E}"/>
          </ac:spMkLst>
        </pc:spChg>
        <pc:spChg chg="add">
          <ac:chgData name="Viktor Vasylyshyn" userId="S::338791@uwr.edu.pl::3d9a075e-c1ab-45e1-8a15-713c1a6f16a2" providerId="AD" clId="Web-{7D2DD571-78C7-4C7F-A05B-9784F1716D28}" dt="2024-01-25T00:55:18.582" v="47"/>
          <ac:spMkLst>
            <pc:docMk/>
            <pc:sldMk cId="650317164" sldId="256"/>
            <ac:spMk id="64" creationId="{C7D887A3-61AD-4674-BC53-8DFA8CF7B410}"/>
          </ac:spMkLst>
        </pc:spChg>
        <pc:spChg chg="add">
          <ac:chgData name="Viktor Vasylyshyn" userId="S::338791@uwr.edu.pl::3d9a075e-c1ab-45e1-8a15-713c1a6f16a2" providerId="AD" clId="Web-{7D2DD571-78C7-4C7F-A05B-9784F1716D28}" dt="2024-01-25T00:55:18.582" v="47"/>
          <ac:spMkLst>
            <pc:docMk/>
            <pc:sldMk cId="650317164" sldId="256"/>
            <ac:spMk id="65" creationId="{479F0FB3-8461-462D-84A2-53106FBF4E5B}"/>
          </ac:spMkLst>
        </pc:spChg>
        <pc:spChg chg="add">
          <ac:chgData name="Viktor Vasylyshyn" userId="S::338791@uwr.edu.pl::3d9a075e-c1ab-45e1-8a15-713c1a6f16a2" providerId="AD" clId="Web-{7D2DD571-78C7-4C7F-A05B-9784F1716D28}" dt="2024-01-25T00:55:18.582" v="47"/>
          <ac:spMkLst>
            <pc:docMk/>
            <pc:sldMk cId="650317164" sldId="256"/>
            <ac:spMk id="66" creationId="{11E3C311-4E8A-45D9-97BF-07F5FD346974}"/>
          </ac:spMkLst>
        </pc:spChg>
        <pc:grpChg chg="add del">
          <ac:chgData name="Viktor Vasylyshyn" userId="S::338791@uwr.edu.pl::3d9a075e-c1ab-45e1-8a15-713c1a6f16a2" providerId="AD" clId="Web-{7D2DD571-78C7-4C7F-A05B-9784F1716D28}" dt="2024-01-25T00:54:35.018" v="44"/>
          <ac:grpSpMkLst>
            <pc:docMk/>
            <pc:sldMk cId="650317164" sldId="256"/>
            <ac:grpSpMk id="42" creationId="{18579DB9-24B0-487B-81E3-8D02AD5F8C81}"/>
          </ac:grpSpMkLst>
        </pc:grpChg>
        <pc:grpChg chg="add del">
          <ac:chgData name="Viktor Vasylyshyn" userId="S::338791@uwr.edu.pl::3d9a075e-c1ab-45e1-8a15-713c1a6f16a2" providerId="AD" clId="Web-{7D2DD571-78C7-4C7F-A05B-9784F1716D28}" dt="2024-01-25T00:54:35.018" v="44"/>
          <ac:grpSpMkLst>
            <pc:docMk/>
            <pc:sldMk cId="650317164" sldId="256"/>
            <ac:grpSpMk id="50" creationId="{5C0E6139-8A19-4905-87E2-E547D7B7F1AF}"/>
          </ac:grpSpMkLst>
        </pc:grpChg>
        <pc:grpChg chg="add del">
          <ac:chgData name="Viktor Vasylyshyn" userId="S::338791@uwr.edu.pl::3d9a075e-c1ab-45e1-8a15-713c1a6f16a2" providerId="AD" clId="Web-{7D2DD571-78C7-4C7F-A05B-9784F1716D28}" dt="2024-01-25T00:54:35.018" v="44"/>
          <ac:grpSpMkLst>
            <pc:docMk/>
            <pc:sldMk cId="650317164" sldId="256"/>
            <ac:grpSpMk id="53" creationId="{8F281804-17FE-49B9-9065-1A44CD473CAE}"/>
          </ac:grpSpMkLst>
        </pc:grpChg>
        <pc:picChg chg="add del">
          <ac:chgData name="Viktor Vasylyshyn" userId="S::338791@uwr.edu.pl::3d9a075e-c1ab-45e1-8a15-713c1a6f16a2" providerId="AD" clId="Web-{7D2DD571-78C7-4C7F-A05B-9784F1716D28}" dt="2024-01-25T00:53:10.517" v="11"/>
          <ac:picMkLst>
            <pc:docMk/>
            <pc:sldMk cId="650317164" sldId="256"/>
            <ac:picMk id="4" creationId="{FF4BA3FC-6059-E506-699F-15E191074511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4:08.815" v="36"/>
          <ac:picMkLst>
            <pc:docMk/>
            <pc:sldMk cId="650317164" sldId="256"/>
            <ac:picMk id="6" creationId="{EB299ACC-5684-6E94-5DEB-ACC60B5EE741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3:31.798" v="17"/>
          <ac:picMkLst>
            <pc:docMk/>
            <pc:sldMk cId="650317164" sldId="256"/>
            <ac:picMk id="20" creationId="{E46CC1AA-0C74-D065-9311-18C4542FCDA4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4:17.971" v="38"/>
          <ac:picMkLst>
            <pc:docMk/>
            <pc:sldMk cId="650317164" sldId="256"/>
            <ac:picMk id="22" creationId="{E8AB196F-7A73-3440-CE85-6D1184D43DFE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4:26.331" v="40"/>
          <ac:picMkLst>
            <pc:docMk/>
            <pc:sldMk cId="650317164" sldId="256"/>
            <ac:picMk id="26" creationId="{092B13B3-06D8-E5A3-C3E0-2E3C8714E8BA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4:30.846" v="42"/>
          <ac:picMkLst>
            <pc:docMk/>
            <pc:sldMk cId="650317164" sldId="256"/>
            <ac:picMk id="30" creationId="{85D0DBF1-21A9-2328-08E5-48A549AC089F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4:35.018" v="44"/>
          <ac:picMkLst>
            <pc:docMk/>
            <pc:sldMk cId="650317164" sldId="256"/>
            <ac:picMk id="41" creationId="{191E2B5E-0222-543D-01C3-1D5D12E963AD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0:55:18.535" v="46"/>
          <ac:picMkLst>
            <pc:docMk/>
            <pc:sldMk cId="650317164" sldId="256"/>
            <ac:picMk id="59" creationId="{8F102B94-3721-5A09-21E2-479973013EBA}"/>
          </ac:picMkLst>
        </pc:picChg>
        <pc:picChg chg="add mod ord">
          <ac:chgData name="Viktor Vasylyshyn" userId="S::338791@uwr.edu.pl::3d9a075e-c1ab-45e1-8a15-713c1a6f16a2" providerId="AD" clId="Web-{7D2DD571-78C7-4C7F-A05B-9784F1716D28}" dt="2024-01-25T23:18:09.608" v="1625" actId="14100"/>
          <ac:picMkLst>
            <pc:docMk/>
            <pc:sldMk cId="650317164" sldId="256"/>
            <ac:picMk id="67" creationId="{37B9FDA6-AD1E-9B31-46B9-7A3772ED964F}"/>
          </ac:picMkLst>
        </pc:picChg>
        <pc:cxnChg chg="add del">
          <ac:chgData name="Viktor Vasylyshyn" userId="S::338791@uwr.edu.pl::3d9a075e-c1ab-45e1-8a15-713c1a6f16a2" providerId="AD" clId="Web-{7D2DD571-78C7-4C7F-A05B-9784F1716D28}" dt="2024-01-25T00:54:08.815" v="36"/>
          <ac:cxnSpMkLst>
            <pc:docMk/>
            <pc:sldMk cId="650317164" sldId="256"/>
            <ac:cxnSpMk id="7" creationId="{9E7C23BC-DAA6-40E1-8166-B8C4439D1430}"/>
          </ac:cxnSpMkLst>
        </pc:cxnChg>
        <pc:cxnChg chg="add del">
          <ac:chgData name="Viktor Vasylyshyn" userId="S::338791@uwr.edu.pl::3d9a075e-c1ab-45e1-8a15-713c1a6f16a2" providerId="AD" clId="Web-{7D2DD571-78C7-4C7F-A05B-9784F1716D28}" dt="2024-01-25T00:53:31.798" v="17"/>
          <ac:cxnSpMkLst>
            <pc:docMk/>
            <pc:sldMk cId="650317164" sldId="256"/>
            <ac:cxnSpMk id="21" creationId="{BD1C99D0-461D-4A91-81EF-CCCD798B37A1}"/>
          </ac:cxnSpMkLst>
        </pc:cxnChg>
        <pc:cxnChg chg="add del">
          <ac:chgData name="Viktor Vasylyshyn" userId="S::338791@uwr.edu.pl::3d9a075e-c1ab-45e1-8a15-713c1a6f16a2" providerId="AD" clId="Web-{7D2DD571-78C7-4C7F-A05B-9784F1716D28}" dt="2024-01-25T00:54:30.846" v="42"/>
          <ac:cxnSpMkLst>
            <pc:docMk/>
            <pc:sldMk cId="650317164" sldId="256"/>
            <ac:cxnSpMk id="31" creationId="{B0AA360F-DECB-4836-8FB6-22C4BC3FB02D}"/>
          </ac:cxnSpMkLst>
        </pc:cxnChg>
      </pc:sldChg>
      <pc:sldChg chg="addSp delSp modSp new mod setBg">
        <pc:chgData name="Viktor Vasylyshyn" userId="S::338791@uwr.edu.pl::3d9a075e-c1ab-45e1-8a15-713c1a6f16a2" providerId="AD" clId="Web-{7D2DD571-78C7-4C7F-A05B-9784F1716D28}" dt="2024-01-25T01:14:10.353" v="223" actId="20577"/>
        <pc:sldMkLst>
          <pc:docMk/>
          <pc:sldMk cId="339095135" sldId="257"/>
        </pc:sldMkLst>
        <pc:spChg chg="mod">
          <ac:chgData name="Viktor Vasylyshyn" userId="S::338791@uwr.edu.pl::3d9a075e-c1ab-45e1-8a15-713c1a6f16a2" providerId="AD" clId="Web-{7D2DD571-78C7-4C7F-A05B-9784F1716D28}" dt="2024-01-25T01:00:06.515" v="164"/>
          <ac:spMkLst>
            <pc:docMk/>
            <pc:sldMk cId="339095135" sldId="257"/>
            <ac:spMk id="2" creationId="{F1C7B40B-C046-6582-4FBF-C0F949C3CAA3}"/>
          </ac:spMkLst>
        </pc:spChg>
        <pc:spChg chg="mod">
          <ac:chgData name="Viktor Vasylyshyn" userId="S::338791@uwr.edu.pl::3d9a075e-c1ab-45e1-8a15-713c1a6f16a2" providerId="AD" clId="Web-{7D2DD571-78C7-4C7F-A05B-9784F1716D28}" dt="2024-01-25T01:14:10.353" v="223" actId="20577"/>
          <ac:spMkLst>
            <pc:docMk/>
            <pc:sldMk cId="339095135" sldId="257"/>
            <ac:spMk id="3" creationId="{6ED71B56-BA60-D9DB-B2CC-D8D04E04DA18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2.578" v="161"/>
          <ac:spMkLst>
            <pc:docMk/>
            <pc:sldMk cId="339095135" sldId="257"/>
            <ac:spMk id="9" creationId="{8181FC64-B306-4821-98E2-780662EFC486}"/>
          </ac:spMkLst>
        </pc:spChg>
        <pc:spChg chg="add">
          <ac:chgData name="Viktor Vasylyshyn" userId="S::338791@uwr.edu.pl::3d9a075e-c1ab-45e1-8a15-713c1a6f16a2" providerId="AD" clId="Web-{7D2DD571-78C7-4C7F-A05B-9784F1716D28}" dt="2024-01-25T01:00:06.515" v="164"/>
          <ac:spMkLst>
            <pc:docMk/>
            <pc:sldMk cId="339095135" sldId="257"/>
            <ac:spMk id="10" creationId="{3D5FBB81-B61B-416A-8F5D-A8DDF62530F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2.578" v="161"/>
          <ac:spMkLst>
            <pc:docMk/>
            <pc:sldMk cId="339095135" sldId="257"/>
            <ac:spMk id="11" creationId="{5871FC61-DD4E-47D4-81FD-8A7E7D12B371}"/>
          </ac:spMkLst>
        </pc:spChg>
        <pc:spChg chg="add">
          <ac:chgData name="Viktor Vasylyshyn" userId="S::338791@uwr.edu.pl::3d9a075e-c1ab-45e1-8a15-713c1a6f16a2" providerId="AD" clId="Web-{7D2DD571-78C7-4C7F-A05B-9784F1716D28}" dt="2024-01-25T01:00:06.515" v="164"/>
          <ac:spMkLst>
            <pc:docMk/>
            <pc:sldMk cId="339095135" sldId="257"/>
            <ac:spMk id="12" creationId="{40C0D7D4-D83D-4C58-87D1-955F0A9173D7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2.578" v="161"/>
          <ac:spMkLst>
            <pc:docMk/>
            <pc:sldMk cId="339095135" sldId="257"/>
            <ac:spMk id="13" creationId="{8B598134-D292-43E6-9C55-117198046913}"/>
          </ac:spMkLst>
        </pc:spChg>
        <pc:spChg chg="add">
          <ac:chgData name="Viktor Vasylyshyn" userId="S::338791@uwr.edu.pl::3d9a075e-c1ab-45e1-8a15-713c1a6f16a2" providerId="AD" clId="Web-{7D2DD571-78C7-4C7F-A05B-9784F1716D28}" dt="2024-01-25T01:00:06.515" v="164"/>
          <ac:spMkLst>
            <pc:docMk/>
            <pc:sldMk cId="339095135" sldId="257"/>
            <ac:spMk id="14" creationId="{15F9A324-404E-4C5D-AFF0-C5D0D84182B0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2.578" v="161"/>
          <ac:spMkLst>
            <pc:docMk/>
            <pc:sldMk cId="339095135" sldId="257"/>
            <ac:spMk id="15" creationId="{829A1E2C-5AC8-40FC-99E9-832069D39792}"/>
          </ac:spMkLst>
        </pc:spChg>
        <pc:spChg chg="add">
          <ac:chgData name="Viktor Vasylyshyn" userId="S::338791@uwr.edu.pl::3d9a075e-c1ab-45e1-8a15-713c1a6f16a2" providerId="AD" clId="Web-{7D2DD571-78C7-4C7F-A05B-9784F1716D28}" dt="2024-01-25T01:00:06.515" v="164"/>
          <ac:spMkLst>
            <pc:docMk/>
            <pc:sldMk cId="339095135" sldId="257"/>
            <ac:spMk id="16" creationId="{AC4CE3C4-3600-4353-9FE1-B32D06BEF02B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6.500" v="163"/>
          <ac:spMkLst>
            <pc:docMk/>
            <pc:sldMk cId="339095135" sldId="257"/>
            <ac:spMk id="17" creationId="{8181FC64-B306-4821-98E2-780662EFC486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6.500" v="163"/>
          <ac:spMkLst>
            <pc:docMk/>
            <pc:sldMk cId="339095135" sldId="257"/>
            <ac:spMk id="18" creationId="{5871FC61-DD4E-47D4-81FD-8A7E7D12B37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6.500" v="163"/>
          <ac:spMkLst>
            <pc:docMk/>
            <pc:sldMk cId="339095135" sldId="257"/>
            <ac:spMk id="19" creationId="{829A1E2C-5AC8-40FC-99E9-832069D39792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00:06.500" v="163"/>
          <ac:spMkLst>
            <pc:docMk/>
            <pc:sldMk cId="339095135" sldId="257"/>
            <ac:spMk id="20" creationId="{55C54A75-E44A-4147-B9D0-FF46CFD31612}"/>
          </ac:spMkLst>
        </pc:spChg>
        <pc:picChg chg="add del">
          <ac:chgData name="Viktor Vasylyshyn" userId="S::338791@uwr.edu.pl::3d9a075e-c1ab-45e1-8a15-713c1a6f16a2" providerId="AD" clId="Web-{7D2DD571-78C7-4C7F-A05B-9784F1716D28}" dt="2024-01-25T01:00:02.578" v="161"/>
          <ac:picMkLst>
            <pc:docMk/>
            <pc:sldMk cId="339095135" sldId="257"/>
            <ac:picMk id="5" creationId="{049AE6A9-E873-F984-D74F-DF45C11F4458}"/>
          </ac:picMkLst>
        </pc:picChg>
        <pc:picChg chg="add">
          <ac:chgData name="Viktor Vasylyshyn" userId="S::338791@uwr.edu.pl::3d9a075e-c1ab-45e1-8a15-713c1a6f16a2" providerId="AD" clId="Web-{7D2DD571-78C7-4C7F-A05B-9784F1716D28}" dt="2024-01-25T01:00:06.515" v="164"/>
          <ac:picMkLst>
            <pc:docMk/>
            <pc:sldMk cId="339095135" sldId="257"/>
            <ac:picMk id="7" creationId="{34A86F1B-B687-3B9E-B633-C15E48952142}"/>
          </ac:picMkLst>
        </pc:picChg>
        <pc:picChg chg="add del">
          <ac:chgData name="Viktor Vasylyshyn" userId="S::338791@uwr.edu.pl::3d9a075e-c1ab-45e1-8a15-713c1a6f16a2" providerId="AD" clId="Web-{7D2DD571-78C7-4C7F-A05B-9784F1716D28}" dt="2024-01-25T01:00:06.500" v="163"/>
          <ac:picMkLst>
            <pc:docMk/>
            <pc:sldMk cId="339095135" sldId="257"/>
            <ac:picMk id="21" creationId="{3A03E374-9ECD-1EC9-DAFE-FB392AA49C37}"/>
          </ac:picMkLst>
        </pc:picChg>
      </pc:sldChg>
      <pc:sldChg chg="new add del">
        <pc:chgData name="Viktor Vasylyshyn" userId="S::338791@uwr.edu.pl::3d9a075e-c1ab-45e1-8a15-713c1a6f16a2" providerId="AD" clId="Web-{7D2DD571-78C7-4C7F-A05B-9784F1716D28}" dt="2024-01-25T00:53:29.705" v="16"/>
        <pc:sldMkLst>
          <pc:docMk/>
          <pc:sldMk cId="2052208154" sldId="257"/>
        </pc:sldMkLst>
      </pc:sldChg>
      <pc:sldChg chg="addSp delSp modSp new del mod setBg">
        <pc:chgData name="Viktor Vasylyshyn" userId="S::338791@uwr.edu.pl::3d9a075e-c1ab-45e1-8a15-713c1a6f16a2" providerId="AD" clId="Web-{7D2DD571-78C7-4C7F-A05B-9784F1716D28}" dt="2024-01-25T00:56:16.442" v="60"/>
        <pc:sldMkLst>
          <pc:docMk/>
          <pc:sldMk cId="2729671010" sldId="257"/>
        </pc:sldMkLst>
        <pc:spChg chg="add del mod ord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2" creationId="{FF2D3304-A7A3-8601-F205-AA6DBEBA66C4}"/>
          </ac:spMkLst>
        </pc:spChg>
        <pc:spChg chg="del">
          <ac:chgData name="Viktor Vasylyshyn" userId="S::338791@uwr.edu.pl::3d9a075e-c1ab-45e1-8a15-713c1a6f16a2" providerId="AD" clId="Web-{7D2DD571-78C7-4C7F-A05B-9784F1716D28}" dt="2024-01-25T00:55:45.692" v="49"/>
          <ac:spMkLst>
            <pc:docMk/>
            <pc:sldMk cId="2729671010" sldId="257"/>
            <ac:spMk id="3" creationId="{89BB11D6-2DCA-86E5-70DE-C81A3C4401E8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00:56:13.942" v="58"/>
          <ac:spMkLst>
            <pc:docMk/>
            <pc:sldMk cId="2729671010" sldId="257"/>
            <ac:spMk id="6" creationId="{7F522696-E80A-420C-FF73-1D7A0701DA42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8" creationId="{F71F391C-5813-1976-9A88-3FF1A5091F8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11" creationId="{8181FC64-B306-4821-98E2-780662EFC486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13" creationId="{5871FC61-DD4E-47D4-81FD-8A7E7D12B37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15" creationId="{8B598134-D292-43E6-9C55-117198046913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17" creationId="{829A1E2C-5AC8-40FC-99E9-832069D39792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6.817" v="53"/>
          <ac:spMkLst>
            <pc:docMk/>
            <pc:sldMk cId="2729671010" sldId="257"/>
            <ac:spMk id="22" creationId="{3D5FBB81-B61B-416A-8F5D-A8DDF62530F1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6.817" v="53"/>
          <ac:spMkLst>
            <pc:docMk/>
            <pc:sldMk cId="2729671010" sldId="257"/>
            <ac:spMk id="24" creationId="{40C0D7D4-D83D-4C58-87D1-955F0A9173D7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6.817" v="53"/>
          <ac:spMkLst>
            <pc:docMk/>
            <pc:sldMk cId="2729671010" sldId="257"/>
            <ac:spMk id="26" creationId="{0BA56A81-C9DD-4EBA-9E13-32FFB51CFD45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6.817" v="53"/>
          <ac:spMkLst>
            <pc:docMk/>
            <pc:sldMk cId="2729671010" sldId="257"/>
            <ac:spMk id="28" creationId="{15F9A324-404E-4C5D-AFF0-C5D0D84182B0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9.411" v="55"/>
          <ac:spMkLst>
            <pc:docMk/>
            <pc:sldMk cId="2729671010" sldId="257"/>
            <ac:spMk id="30" creationId="{D3B79606-5986-49BA-9D40-A0FD94094DE9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9.411" v="55"/>
          <ac:spMkLst>
            <pc:docMk/>
            <pc:sldMk cId="2729671010" sldId="257"/>
            <ac:spMk id="31" creationId="{8950AD4C-6AF3-49F8-94E1-DBCAFB39478B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9.411" v="55"/>
          <ac:spMkLst>
            <pc:docMk/>
            <pc:sldMk cId="2729671010" sldId="257"/>
            <ac:spMk id="32" creationId="{D534AD34-A74F-4FCD-8E77-6A38F92630A7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9.411" v="55"/>
          <ac:spMkLst>
            <pc:docMk/>
            <pc:sldMk cId="2729671010" sldId="257"/>
            <ac:spMk id="33" creationId="{35AB8F98-27E9-490A-9FFC-6FB07CEAB279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9.411" v="55"/>
          <ac:spMkLst>
            <pc:docMk/>
            <pc:sldMk cId="2729671010" sldId="257"/>
            <ac:spMk id="34" creationId="{CBB673AF-CE4B-46CB-AF61-47A2F6B51B04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09.411" v="55"/>
          <ac:spMkLst>
            <pc:docMk/>
            <pc:sldMk cId="2729671010" sldId="257"/>
            <ac:spMk id="35" creationId="{BB244C92-C225-4ED6-9477-FE38CFE28198}"/>
          </ac:spMkLst>
        </pc:spChg>
        <pc:spChg chg="add del">
          <ac:chgData name="Viktor Vasylyshyn" userId="S::338791@uwr.edu.pl::3d9a075e-c1ab-45e1-8a15-713c1a6f16a2" providerId="AD" clId="Web-{7D2DD571-78C7-4C7F-A05B-9784F1716D28}" dt="2024-01-25T00:56:14.661" v="59"/>
          <ac:spMkLst>
            <pc:docMk/>
            <pc:sldMk cId="2729671010" sldId="257"/>
            <ac:spMk id="37" creationId="{8950AD4C-6AF3-49F8-94E1-DBCAFB39478B}"/>
          </ac:spMkLst>
        </pc:spChg>
        <pc:picChg chg="add del mod ord">
          <ac:chgData name="Viktor Vasylyshyn" userId="S::338791@uwr.edu.pl::3d9a075e-c1ab-45e1-8a15-713c1a6f16a2" providerId="AD" clId="Web-{7D2DD571-78C7-4C7F-A05B-9784F1716D28}" dt="2024-01-25T00:56:14.661" v="59"/>
          <ac:picMkLst>
            <pc:docMk/>
            <pc:sldMk cId="2729671010" sldId="257"/>
            <ac:picMk id="4" creationId="{04E1E063-838E-B46E-32A5-1BE3A906A1F0}"/>
          </ac:picMkLst>
        </pc:picChg>
      </pc:sldChg>
      <pc:sldChg chg="addSp modSp new mod setBg">
        <pc:chgData name="Viktor Vasylyshyn" userId="S::338791@uwr.edu.pl::3d9a075e-c1ab-45e1-8a15-713c1a6f16a2" providerId="AD" clId="Web-{7D2DD571-78C7-4C7F-A05B-9784F1716D28}" dt="2024-01-25T01:12:24.617" v="194"/>
        <pc:sldMkLst>
          <pc:docMk/>
          <pc:sldMk cId="2144412319" sldId="258"/>
        </pc:sldMkLst>
        <pc:spChg chg="mo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2" creationId="{BFF164EE-C92F-93FA-D973-3466940288F1}"/>
          </ac:spMkLst>
        </pc:spChg>
        <pc:spChg chg="mo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3" creationId="{3B683B97-C672-CB52-8849-2F5C1E7FD08E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9" creationId="{9B0F7D69-D93C-4C38-A23D-76E000D691CD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11" creationId="{8CD419D4-EA9D-42D9-BF62-B07F0B7B672B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13" creationId="{1C6FEC9B-9608-4181-A9E5-A1B80E72021C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15" creationId="{AB1564ED-F26F-451D-97D6-A6EC3E83FD55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17" creationId="{0CA184B6-3482-4F43-87F0-BC765DCFD8A8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19" creationId="{6C869923-8380-4244-9548-802C330638A0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21" creationId="{C06255F2-BC67-4DDE-B34E-AC4BA21838CC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23" creationId="{55169443-FCCD-4C0A-8C69-18CD3FA0968D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25" creationId="{AC8EEB0F-BA72-49AC-956F-331B60FDE79E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27" creationId="{8CC700D5-9809-43F4-89D5-7DBBCB0DCC10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29" creationId="{C7163242-6303-46DC-BAC1-2A204F061321}"/>
          </ac:spMkLst>
        </pc:spChg>
        <pc:spChg chg="add">
          <ac:chgData name="Viktor Vasylyshyn" userId="S::338791@uwr.edu.pl::3d9a075e-c1ab-45e1-8a15-713c1a6f16a2" providerId="AD" clId="Web-{7D2DD571-78C7-4C7F-A05B-9784F1716D28}" dt="2024-01-25T01:12:24.617" v="194"/>
          <ac:spMkLst>
            <pc:docMk/>
            <pc:sldMk cId="2144412319" sldId="258"/>
            <ac:spMk id="31" creationId="{805C4C40-D70E-4C4F-B228-98A0A6132603}"/>
          </ac:spMkLst>
        </pc:spChg>
        <pc:picChg chg="add mod">
          <ac:chgData name="Viktor Vasylyshyn" userId="S::338791@uwr.edu.pl::3d9a075e-c1ab-45e1-8a15-713c1a6f16a2" providerId="AD" clId="Web-{7D2DD571-78C7-4C7F-A05B-9784F1716D28}" dt="2024-01-25T01:12:24.617" v="194"/>
          <ac:picMkLst>
            <pc:docMk/>
            <pc:sldMk cId="2144412319" sldId="258"/>
            <ac:picMk id="4" creationId="{FA86326C-19A1-79B8-1CBE-12E3A88B025A}"/>
          </ac:picMkLst>
        </pc:picChg>
      </pc:sldChg>
      <pc:sldChg chg="modSp new">
        <pc:chgData name="Viktor Vasylyshyn" userId="S::338791@uwr.edu.pl::3d9a075e-c1ab-45e1-8a15-713c1a6f16a2" providerId="AD" clId="Web-{7D2DD571-78C7-4C7F-A05B-9784F1716D28}" dt="2024-01-25T23:21:00.520" v="1699" actId="20577"/>
        <pc:sldMkLst>
          <pc:docMk/>
          <pc:sldMk cId="2449730934" sldId="259"/>
        </pc:sldMkLst>
        <pc:spChg chg="mod">
          <ac:chgData name="Viktor Vasylyshyn" userId="S::338791@uwr.edu.pl::3d9a075e-c1ab-45e1-8a15-713c1a6f16a2" providerId="AD" clId="Web-{7D2DD571-78C7-4C7F-A05B-9784F1716D28}" dt="2024-01-25T01:14:18.932" v="227" actId="20577"/>
          <ac:spMkLst>
            <pc:docMk/>
            <pc:sldMk cId="2449730934" sldId="259"/>
            <ac:spMk id="2" creationId="{4E12956A-9695-1F96-2610-AE3F600F3ACF}"/>
          </ac:spMkLst>
        </pc:spChg>
        <pc:spChg chg="mod">
          <ac:chgData name="Viktor Vasylyshyn" userId="S::338791@uwr.edu.pl::3d9a075e-c1ab-45e1-8a15-713c1a6f16a2" providerId="AD" clId="Web-{7D2DD571-78C7-4C7F-A05B-9784F1716D28}" dt="2024-01-25T23:21:00.520" v="1699" actId="20577"/>
          <ac:spMkLst>
            <pc:docMk/>
            <pc:sldMk cId="2449730934" sldId="259"/>
            <ac:spMk id="3" creationId="{51E885B2-F75C-1D8D-3E39-C5F702A42C76}"/>
          </ac:spMkLst>
        </pc:spChg>
      </pc:sldChg>
      <pc:sldChg chg="addSp delSp modSp new del mod setBg">
        <pc:chgData name="Viktor Vasylyshyn" userId="S::338791@uwr.edu.pl::3d9a075e-c1ab-45e1-8a15-713c1a6f16a2" providerId="AD" clId="Web-{7D2DD571-78C7-4C7F-A05B-9784F1716D28}" dt="2024-01-25T01:38:36.938" v="953"/>
        <pc:sldMkLst>
          <pc:docMk/>
          <pc:sldMk cId="1478365423" sldId="260"/>
        </pc:sldMkLst>
        <pc:spChg chg="mo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2" creationId="{9D0C6331-46D3-8906-049C-B524B0EDC943}"/>
          </ac:spMkLst>
        </pc:spChg>
        <pc:spChg chg="del mo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3" creationId="{167ADC50-9516-6A94-9242-01F579828284}"/>
          </ac:spMkLst>
        </pc:spChg>
        <pc:spChg chg="ad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9" creationId="{47FC6A8B-34F9-40FB-AA2D-E34168F52850}"/>
          </ac:spMkLst>
        </pc:spChg>
        <pc:spChg chg="ad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11" creationId="{1EC86DB4-572A-4F71-AF8A-2395B4CA779F}"/>
          </ac:spMkLst>
        </pc:spChg>
        <pc:spChg chg="ad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13" creationId="{71BA53A4-C4B7-4189-9FC1-6350B1AB5DFE}"/>
          </ac:spMkLst>
        </pc:spChg>
        <pc:spChg chg="ad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15" creationId="{5558AD6E-B070-4640-AA07-87E208983ED8}"/>
          </ac:spMkLst>
        </pc:spChg>
        <pc:spChg chg="add">
          <ac:chgData name="Viktor Vasylyshyn" userId="S::338791@uwr.edu.pl::3d9a075e-c1ab-45e1-8a15-713c1a6f16a2" providerId="AD" clId="Web-{7D2DD571-78C7-4C7F-A05B-9784F1716D28}" dt="2024-01-25T01:23:54.073" v="726"/>
          <ac:spMkLst>
            <pc:docMk/>
            <pc:sldMk cId="1478365423" sldId="260"/>
            <ac:spMk id="17" creationId="{36ACFB69-D148-449E-AC5A-C55AA20A7F7F}"/>
          </ac:spMkLst>
        </pc:spChg>
        <pc:graphicFrameChg chg="add modGraphic">
          <ac:chgData name="Viktor Vasylyshyn" userId="S::338791@uwr.edu.pl::3d9a075e-c1ab-45e1-8a15-713c1a6f16a2" providerId="AD" clId="Web-{7D2DD571-78C7-4C7F-A05B-9784F1716D28}" dt="2024-01-25T01:28:53.524" v="762" actId="20577"/>
          <ac:graphicFrameMkLst>
            <pc:docMk/>
            <pc:sldMk cId="1478365423" sldId="260"/>
            <ac:graphicFrameMk id="5" creationId="{5DABA945-0C83-C164-5F73-F7591E26ED8B}"/>
          </ac:graphicFrameMkLst>
        </pc:graphicFrameChg>
        <pc:picChg chg="add del mod ord">
          <ac:chgData name="Viktor Vasylyshyn" userId="S::338791@uwr.edu.pl::3d9a075e-c1ab-45e1-8a15-713c1a6f16a2" providerId="AD" clId="Web-{7D2DD571-78C7-4C7F-A05B-9784F1716D28}" dt="2024-01-25T01:28:22.993" v="755"/>
          <ac:picMkLst>
            <pc:docMk/>
            <pc:sldMk cId="1478365423" sldId="260"/>
            <ac:picMk id="186" creationId="{5ACF4654-89AF-33DB-229A-88C88650C8C9}"/>
          </ac:picMkLst>
        </pc:picChg>
      </pc:sldChg>
      <pc:sldChg chg="addSp delSp modSp new del mod setBg">
        <pc:chgData name="Viktor Vasylyshyn" userId="S::338791@uwr.edu.pl::3d9a075e-c1ab-45e1-8a15-713c1a6f16a2" providerId="AD" clId="Web-{7D2DD571-78C7-4C7F-A05B-9784F1716D28}" dt="2024-01-25T01:38:15.562" v="949"/>
        <pc:sldMkLst>
          <pc:docMk/>
          <pc:sldMk cId="2900086164" sldId="261"/>
        </pc:sldMkLst>
        <pc:spChg chg="mod">
          <ac:chgData name="Viktor Vasylyshyn" userId="S::338791@uwr.edu.pl::3d9a075e-c1ab-45e1-8a15-713c1a6f16a2" providerId="AD" clId="Web-{7D2DD571-78C7-4C7F-A05B-9784F1716D28}" dt="2024-01-25T01:30:01.229" v="824"/>
          <ac:spMkLst>
            <pc:docMk/>
            <pc:sldMk cId="2900086164" sldId="261"/>
            <ac:spMk id="2" creationId="{2B459C55-4B97-E0AD-1741-B6BB580B23F8}"/>
          </ac:spMkLst>
        </pc:spChg>
        <pc:spChg chg="del mod">
          <ac:chgData name="Viktor Vasylyshyn" userId="S::338791@uwr.edu.pl::3d9a075e-c1ab-45e1-8a15-713c1a6f16a2" providerId="AD" clId="Web-{7D2DD571-78C7-4C7F-A05B-9784F1716D28}" dt="2024-01-25T01:30:01.229" v="824"/>
          <ac:spMkLst>
            <pc:docMk/>
            <pc:sldMk cId="2900086164" sldId="261"/>
            <ac:spMk id="3" creationId="{6FAC8AC2-C426-7E22-FA8D-967C30C6949D}"/>
          </ac:spMkLst>
        </pc:spChg>
        <pc:spChg chg="add">
          <ac:chgData name="Viktor Vasylyshyn" userId="S::338791@uwr.edu.pl::3d9a075e-c1ab-45e1-8a15-713c1a6f16a2" providerId="AD" clId="Web-{7D2DD571-78C7-4C7F-A05B-9784F1716D28}" dt="2024-01-25T01:30:01.229" v="824"/>
          <ac:spMkLst>
            <pc:docMk/>
            <pc:sldMk cId="2900086164" sldId="261"/>
            <ac:spMk id="9" creationId="{40ACA6C3-F2FA-4894-85C1-9FA6051045C5}"/>
          </ac:spMkLst>
        </pc:spChg>
        <pc:spChg chg="add">
          <ac:chgData name="Viktor Vasylyshyn" userId="S::338791@uwr.edu.pl::3d9a075e-c1ab-45e1-8a15-713c1a6f16a2" providerId="AD" clId="Web-{7D2DD571-78C7-4C7F-A05B-9784F1716D28}" dt="2024-01-25T01:30:01.229" v="824"/>
          <ac:spMkLst>
            <pc:docMk/>
            <pc:sldMk cId="2900086164" sldId="261"/>
            <ac:spMk id="11" creationId="{76922BA5-6683-4195-97C3-F3D2A0BB16BD}"/>
          </ac:spMkLst>
        </pc:spChg>
        <pc:spChg chg="add">
          <ac:chgData name="Viktor Vasylyshyn" userId="S::338791@uwr.edu.pl::3d9a075e-c1ab-45e1-8a15-713c1a6f16a2" providerId="AD" clId="Web-{7D2DD571-78C7-4C7F-A05B-9784F1716D28}" dt="2024-01-25T01:30:01.229" v="824"/>
          <ac:spMkLst>
            <pc:docMk/>
            <pc:sldMk cId="2900086164" sldId="261"/>
            <ac:spMk id="13" creationId="{E59169C9-0DBE-4B66-9C16-22A64324AA6C}"/>
          </ac:spMkLst>
        </pc:spChg>
        <pc:spChg chg="add">
          <ac:chgData name="Viktor Vasylyshyn" userId="S::338791@uwr.edu.pl::3d9a075e-c1ab-45e1-8a15-713c1a6f16a2" providerId="AD" clId="Web-{7D2DD571-78C7-4C7F-A05B-9784F1716D28}" dt="2024-01-25T01:30:01.229" v="824"/>
          <ac:spMkLst>
            <pc:docMk/>
            <pc:sldMk cId="2900086164" sldId="261"/>
            <ac:spMk id="15" creationId="{F0457BB4-CED7-4065-8959-D6B51491BBAB}"/>
          </ac:spMkLst>
        </pc:spChg>
        <pc:graphicFrameChg chg="add">
          <ac:chgData name="Viktor Vasylyshyn" userId="S::338791@uwr.edu.pl::3d9a075e-c1ab-45e1-8a15-713c1a6f16a2" providerId="AD" clId="Web-{7D2DD571-78C7-4C7F-A05B-9784F1716D28}" dt="2024-01-25T01:30:01.229" v="824"/>
          <ac:graphicFrameMkLst>
            <pc:docMk/>
            <pc:sldMk cId="2900086164" sldId="261"/>
            <ac:graphicFrameMk id="5" creationId="{177270CD-73E8-8CE2-D117-566FE6CB210A}"/>
          </ac:graphicFrameMkLst>
        </pc:graphicFrameChg>
      </pc:sldChg>
      <pc:sldChg chg="addSp delSp modSp add replId">
        <pc:chgData name="Viktor Vasylyshyn" userId="S::338791@uwr.edu.pl::3d9a075e-c1ab-45e1-8a15-713c1a6f16a2" providerId="AD" clId="Web-{7D2DD571-78C7-4C7F-A05B-9784F1716D28}" dt="2024-01-25T01:38:11.265" v="948" actId="20577"/>
        <pc:sldMkLst>
          <pc:docMk/>
          <pc:sldMk cId="4190766984" sldId="262"/>
        </pc:sldMkLst>
        <pc:spChg chg="mod">
          <ac:chgData name="Viktor Vasylyshyn" userId="S::338791@uwr.edu.pl::3d9a075e-c1ab-45e1-8a15-713c1a6f16a2" providerId="AD" clId="Web-{7D2DD571-78C7-4C7F-A05B-9784F1716D28}" dt="2024-01-25T01:38:11.265" v="948" actId="20577"/>
          <ac:spMkLst>
            <pc:docMk/>
            <pc:sldMk cId="4190766984" sldId="262"/>
            <ac:spMk id="2" creationId="{4DBF8529-25F0-BF5A-4968-92DA8861DF26}"/>
          </ac:spMkLst>
        </pc:spChg>
        <pc:spChg chg="del mod">
          <ac:chgData name="Viktor Vasylyshyn" userId="S::338791@uwr.edu.pl::3d9a075e-c1ab-45e1-8a15-713c1a6f16a2" providerId="AD" clId="Web-{7D2DD571-78C7-4C7F-A05B-9784F1716D28}" dt="2024-01-25T01:34:34.398" v="864"/>
          <ac:spMkLst>
            <pc:docMk/>
            <pc:sldMk cId="4190766984" sldId="262"/>
            <ac:spMk id="3" creationId="{CE45DB22-372F-7027-2314-437DE79F6D1F}"/>
          </ac:spMkLst>
        </pc:spChg>
        <pc:spChg chg="add mod">
          <ac:chgData name="Viktor Vasylyshyn" userId="S::338791@uwr.edu.pl::3d9a075e-c1ab-45e1-8a15-713c1a6f16a2" providerId="AD" clId="Web-{7D2DD571-78C7-4C7F-A05B-9784F1716D28}" dt="2024-01-25T01:35:52.947" v="928" actId="1076"/>
          <ac:spMkLst>
            <pc:docMk/>
            <pc:sldMk cId="4190766984" sldId="262"/>
            <ac:spMk id="4" creationId="{EC1A7038-FF28-7BBA-4EE8-6C4A38E38FD2}"/>
          </ac:spMkLst>
        </pc:spChg>
        <pc:spChg chg="add mod">
          <ac:chgData name="Viktor Vasylyshyn" userId="S::338791@uwr.edu.pl::3d9a075e-c1ab-45e1-8a15-713c1a6f16a2" providerId="AD" clId="Web-{7D2DD571-78C7-4C7F-A05B-9784F1716D28}" dt="2024-01-25T01:36:04.431" v="933" actId="1076"/>
          <ac:spMkLst>
            <pc:docMk/>
            <pc:sldMk cId="4190766984" sldId="262"/>
            <ac:spMk id="11" creationId="{47B33F88-5300-2C7F-6A8C-0F39C3179CB4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01:35:38.790" v="923"/>
          <ac:spMkLst>
            <pc:docMk/>
            <pc:sldMk cId="4190766984" sldId="262"/>
            <ac:spMk id="12" creationId="{8EF0AAC1-B05D-2D02-B723-58579598DFBF}"/>
          </ac:spMkLst>
        </pc:spChg>
        <pc:spChg chg="add mod">
          <ac:chgData name="Viktor Vasylyshyn" userId="S::338791@uwr.edu.pl::3d9a075e-c1ab-45e1-8a15-713c1a6f16a2" providerId="AD" clId="Web-{7D2DD571-78C7-4C7F-A05B-9784F1716D28}" dt="2024-01-25T01:38:05.109" v="947" actId="1076"/>
          <ac:spMkLst>
            <pc:docMk/>
            <pc:sldMk cId="4190766984" sldId="262"/>
            <ac:spMk id="13" creationId="{541AAF6A-E7A7-957A-C087-67C547703E3B}"/>
          </ac:spMkLst>
        </pc:spChg>
        <pc:picChg chg="add del mod">
          <ac:chgData name="Viktor Vasylyshyn" userId="S::338791@uwr.edu.pl::3d9a075e-c1ab-45e1-8a15-713c1a6f16a2" providerId="AD" clId="Web-{7D2DD571-78C7-4C7F-A05B-9784F1716D28}" dt="2024-01-25T01:31:18.810" v="842"/>
          <ac:picMkLst>
            <pc:docMk/>
            <pc:sldMk cId="4190766984" sldId="262"/>
            <ac:picMk id="5" creationId="{8474FC8F-6B98-0840-DE97-4DD3753C0625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01:35:49.696" v="927" actId="1076"/>
          <ac:picMkLst>
            <pc:docMk/>
            <pc:sldMk cId="4190766984" sldId="262"/>
            <ac:picMk id="6" creationId="{355317C2-F1BF-4AAA-82FE-DB407CDB2FB8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01:32:04.749" v="849"/>
          <ac:picMkLst>
            <pc:docMk/>
            <pc:sldMk cId="4190766984" sldId="262"/>
            <ac:picMk id="7" creationId="{FAA82A89-F816-C3A4-2F70-F5601A2C7A10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01:32:02.312" v="848"/>
          <ac:picMkLst>
            <pc:docMk/>
            <pc:sldMk cId="4190766984" sldId="262"/>
            <ac:picMk id="8" creationId="{36251B8F-48B5-15A7-A95D-8B529D4261E1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01:32:20.953" v="852"/>
          <ac:picMkLst>
            <pc:docMk/>
            <pc:sldMk cId="4190766984" sldId="262"/>
            <ac:picMk id="9" creationId="{2F32B9C1-047C-B3BC-6F1D-F0DB66EF48F9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01:36:00.931" v="932" actId="1076"/>
          <ac:picMkLst>
            <pc:docMk/>
            <pc:sldMk cId="4190766984" sldId="262"/>
            <ac:picMk id="10" creationId="{55569817-706C-D139-FE8E-7A8365F692EE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01:37:49.155" v="939"/>
          <ac:picMkLst>
            <pc:docMk/>
            <pc:sldMk cId="4190766984" sldId="262"/>
            <ac:picMk id="14" creationId="{FDEB3AA1-79CD-29E3-78EC-C2794121B5CA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01:38:02.562" v="946" actId="1076"/>
          <ac:picMkLst>
            <pc:docMk/>
            <pc:sldMk cId="4190766984" sldId="262"/>
            <ac:picMk id="15" creationId="{AA66E996-7A63-C258-A6F5-55218675F12C}"/>
          </ac:picMkLst>
        </pc:picChg>
      </pc:sldChg>
      <pc:sldChg chg="addSp delSp modSp new mod setBg">
        <pc:chgData name="Viktor Vasylyshyn" userId="S::338791@uwr.edu.pl::3d9a075e-c1ab-45e1-8a15-713c1a6f16a2" providerId="AD" clId="Web-{7D2DD571-78C7-4C7F-A05B-9784F1716D28}" dt="2024-01-25T22:42:41.649" v="1199" actId="14100"/>
        <pc:sldMkLst>
          <pc:docMk/>
          <pc:sldMk cId="143318043" sldId="263"/>
        </pc:sldMkLst>
        <pc:spChg chg="mod">
          <ac:chgData name="Viktor Vasylyshyn" userId="S::338791@uwr.edu.pl::3d9a075e-c1ab-45e1-8a15-713c1a6f16a2" providerId="AD" clId="Web-{7D2DD571-78C7-4C7F-A05B-9784F1716D28}" dt="2024-01-25T22:42:27.351" v="1194" actId="20577"/>
          <ac:spMkLst>
            <pc:docMk/>
            <pc:sldMk cId="143318043" sldId="263"/>
            <ac:spMk id="2" creationId="{6EA9B806-1A86-5B61-465E-93252AC21E29}"/>
          </ac:spMkLst>
        </pc:spChg>
        <pc:spChg chg="del mod">
          <ac:chgData name="Viktor Vasylyshyn" userId="S::338791@uwr.edu.pl::3d9a075e-c1ab-45e1-8a15-713c1a6f16a2" providerId="AD" clId="Web-{7D2DD571-78C7-4C7F-A05B-9784F1716D28}" dt="2024-01-25T22:38:16.468" v="1113"/>
          <ac:spMkLst>
            <pc:docMk/>
            <pc:sldMk cId="143318043" sldId="263"/>
            <ac:spMk id="3" creationId="{182F6F6D-1EE6-4813-A71D-6C814FA7195F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22:40:22.832" v="1145"/>
          <ac:spMkLst>
            <pc:docMk/>
            <pc:sldMk cId="143318043" sldId="263"/>
            <ac:spMk id="8" creationId="{512B055B-38E6-4402-61F9-509E07B900AB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22:39:20.095" v="1125"/>
          <ac:spMkLst>
            <pc:docMk/>
            <pc:sldMk cId="143318043" sldId="263"/>
            <ac:spMk id="9" creationId="{AD286450-3F2E-9400-A0EA-795DC3B046E0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22:42:33.273" v="1197" actId="14100"/>
          <ac:spMkLst>
            <pc:docMk/>
            <pc:sldMk cId="143318043" sldId="263"/>
            <ac:spMk id="11" creationId="{845615AF-E951-8A54-D0F8-FC1FFD2D6FB7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0:29.472" v="1147"/>
          <ac:spMkLst>
            <pc:docMk/>
            <pc:sldMk cId="143318043" sldId="263"/>
            <ac:spMk id="12" creationId="{49BB7E9A-6937-4BF0-9F51-A20F197B550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0:29.472" v="1147"/>
          <ac:spMkLst>
            <pc:docMk/>
            <pc:sldMk cId="143318043" sldId="263"/>
            <ac:spMk id="14" creationId="{E0939753-89D7-48A8-8441-B9FF25CE8A7E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0:29.472" v="1147"/>
          <ac:spMkLst>
            <pc:docMk/>
            <pc:sldMk cId="143318043" sldId="263"/>
            <ac:spMk id="16" creationId="{9F5CCFC5-858F-4B45-9B10-D49DD0280D2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0:29.472" v="1147"/>
          <ac:spMkLst>
            <pc:docMk/>
            <pc:sldMk cId="143318043" sldId="263"/>
            <ac:spMk id="18" creationId="{2348ECDC-D455-4B71-90F6-2ECC12B7983B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22:41:04.567" v="1156"/>
          <ac:spMkLst>
            <pc:docMk/>
            <pc:sldMk cId="143318043" sldId="263"/>
            <ac:spMk id="22" creationId="{7C59430A-ED15-F0F6-DD3A-150C601A814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1:12.755" v="1157"/>
          <ac:spMkLst>
            <pc:docMk/>
            <pc:sldMk cId="143318043" sldId="263"/>
            <ac:spMk id="25" creationId="{3D5FBB81-B61B-416A-8F5D-A8DDF62530F1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1:12.755" v="1157"/>
          <ac:spMkLst>
            <pc:docMk/>
            <pc:sldMk cId="143318043" sldId="263"/>
            <ac:spMk id="27" creationId="{40C0D7D4-D83D-4C58-87D1-955F0A9173D7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1:12.755" v="1157"/>
          <ac:spMkLst>
            <pc:docMk/>
            <pc:sldMk cId="143318043" sldId="263"/>
            <ac:spMk id="29" creationId="{15F9A324-404E-4C5D-AFF0-C5D0D84182B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1:12.755" v="1157"/>
          <ac:spMkLst>
            <pc:docMk/>
            <pc:sldMk cId="143318043" sldId="263"/>
            <ac:spMk id="31" creationId="{AC4CE3C4-3600-4353-9FE1-B32D06BEF02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36" creationId="{9B0F7D69-D93C-4C38-A23D-76E000D691C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38" creationId="{8CD419D4-EA9D-42D9-BF62-B07F0B7B672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40" creationId="{1C6FEC9B-9608-4181-A9E5-A1B80E72021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42" creationId="{AB1564ED-F26F-451D-97D6-A6EC3E83FD5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44" creationId="{0CA184B6-3482-4F43-87F0-BC765DCFD8A8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46" creationId="{6C869923-8380-4244-9548-802C330638A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48" creationId="{C06255F2-BC67-4DDE-B34E-AC4BA21838C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50" creationId="{55169443-FCCD-4C0A-8C69-18CD3FA0968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52" creationId="{AC8EEB0F-BA72-49AC-956F-331B60FDE79E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54" creationId="{8CC700D5-9809-43F4-89D5-7DBBCB0DCC1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56" creationId="{C7163242-6303-46DC-BAC1-2A204F061321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58" creationId="{805C4C40-D70E-4C4F-B228-98A0A6132603}"/>
          </ac:spMkLst>
        </pc:spChg>
        <pc:spChg chg="add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63" creationId="{8181FC64-B306-4821-98E2-780662EFC486}"/>
          </ac:spMkLst>
        </pc:spChg>
        <pc:spChg chg="add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65" creationId="{BC0385E9-02B2-4941-889A-EAD43F5BB0A3}"/>
          </ac:spMkLst>
        </pc:spChg>
        <pc:spChg chg="add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67" creationId="{829A1E2C-5AC8-40FC-99E9-832069D39792}"/>
          </ac:spMkLst>
        </pc:spChg>
        <pc:spChg chg="add">
          <ac:chgData name="Viktor Vasylyshyn" userId="S::338791@uwr.edu.pl::3d9a075e-c1ab-45e1-8a15-713c1a6f16a2" providerId="AD" clId="Web-{7D2DD571-78C7-4C7F-A05B-9784F1716D28}" dt="2024-01-25T22:42:02.960" v="1179"/>
          <ac:spMkLst>
            <pc:docMk/>
            <pc:sldMk cId="143318043" sldId="263"/>
            <ac:spMk id="69" creationId="{55C54A75-E44A-4147-B9D0-FF46CFD31612}"/>
          </ac:spMkLst>
        </pc:spChg>
        <pc:picChg chg="add del mod ord">
          <ac:chgData name="Viktor Vasylyshyn" userId="S::338791@uwr.edu.pl::3d9a075e-c1ab-45e1-8a15-713c1a6f16a2" providerId="AD" clId="Web-{7D2DD571-78C7-4C7F-A05B-9784F1716D28}" dt="2024-01-25T22:39:03.626" v="1124"/>
          <ac:picMkLst>
            <pc:docMk/>
            <pc:sldMk cId="143318043" sldId="263"/>
            <ac:picMk id="5" creationId="{706B1DF4-87BE-7C3C-87F1-A3677D8BB24C}"/>
          </ac:picMkLst>
        </pc:picChg>
        <pc:picChg chg="add del mod ord">
          <ac:chgData name="Viktor Vasylyshyn" userId="S::338791@uwr.edu.pl::3d9a075e-c1ab-45e1-8a15-713c1a6f16a2" providerId="AD" clId="Web-{7D2DD571-78C7-4C7F-A05B-9784F1716D28}" dt="2024-01-25T22:40:21.175" v="1144"/>
          <ac:picMkLst>
            <pc:docMk/>
            <pc:sldMk cId="143318043" sldId="263"/>
            <ac:picMk id="6" creationId="{32153814-C8D2-F198-530B-673188E038F9}"/>
          </ac:picMkLst>
        </pc:picChg>
        <pc:picChg chg="add mod ord">
          <ac:chgData name="Viktor Vasylyshyn" userId="S::338791@uwr.edu.pl::3d9a075e-c1ab-45e1-8a15-713c1a6f16a2" providerId="AD" clId="Web-{7D2DD571-78C7-4C7F-A05B-9784F1716D28}" dt="2024-01-25T22:42:41.649" v="1199" actId="14100"/>
          <ac:picMkLst>
            <pc:docMk/>
            <pc:sldMk cId="143318043" sldId="263"/>
            <ac:picMk id="10" creationId="{34A9AF69-9921-2475-5571-A9B28039D240}"/>
          </ac:picMkLst>
        </pc:picChg>
        <pc:cxnChg chg="add del">
          <ac:chgData name="Viktor Vasylyshyn" userId="S::338791@uwr.edu.pl::3d9a075e-c1ab-45e1-8a15-713c1a6f16a2" providerId="AD" clId="Web-{7D2DD571-78C7-4C7F-A05B-9784F1716D28}" dt="2024-01-25T22:37:52.764" v="1112"/>
          <ac:cxnSpMkLst>
            <pc:docMk/>
            <pc:sldMk cId="143318043" sldId="263"/>
            <ac:cxnSpMk id="4" creationId="{ABC4759E-5AC7-1191-F85B-37F13CC337CF}"/>
          </ac:cxnSpMkLst>
        </pc:cxnChg>
      </pc:sldChg>
      <pc:sldChg chg="addSp modSp new mod setBg">
        <pc:chgData name="Viktor Vasylyshyn" userId="S::338791@uwr.edu.pl::3d9a075e-c1ab-45e1-8a15-713c1a6f16a2" providerId="AD" clId="Web-{7D2DD571-78C7-4C7F-A05B-9784F1716D28}" dt="2024-01-25T01:44:28.307" v="1057" actId="14100"/>
        <pc:sldMkLst>
          <pc:docMk/>
          <pc:sldMk cId="157157945" sldId="264"/>
        </pc:sldMkLst>
        <pc:spChg chg="mo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2" creationId="{92D0C7FC-D864-812C-CFFB-DE6309AB1B8C}"/>
          </ac:spMkLst>
        </pc:spChg>
        <pc:spChg chg="mod">
          <ac:chgData name="Viktor Vasylyshyn" userId="S::338791@uwr.edu.pl::3d9a075e-c1ab-45e1-8a15-713c1a6f16a2" providerId="AD" clId="Web-{7D2DD571-78C7-4C7F-A05B-9784F1716D28}" dt="2024-01-25T01:44:28.307" v="1057" actId="14100"/>
          <ac:spMkLst>
            <pc:docMk/>
            <pc:sldMk cId="157157945" sldId="264"/>
            <ac:spMk id="3" creationId="{411AD97C-7CA8-8BB8-8318-2C4096A561B5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8" creationId="{9B0F7D69-D93C-4C38-A23D-76E000D691CD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10" creationId="{8CD419D4-EA9D-42D9-BF62-B07F0B7B672B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12" creationId="{1C6FEC9B-9608-4181-A9E5-A1B80E72021C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14" creationId="{AB1564ED-F26F-451D-97D6-A6EC3E83FD55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16" creationId="{AF50A80E-5DCB-4320-9947-73BF2D6F059F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18" creationId="{4E9C9717-43F9-44EA-9215-3F2D15B1C737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20" creationId="{E66004D1-3DCE-405F-9046-6DE912409E12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22" creationId="{D1319957-918B-4BBC-B357-957813808CDF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24" creationId="{0DBF1ABE-8590-450D-BB49-BDDCCF3EEA9E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26" creationId="{F624CBFB-D803-467F-960F-B6A30F8218C6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28" creationId="{FBA7E51E-7B6A-4A79-8F84-47C845C7A2CC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30" creationId="{03C85561-90D2-4AFA-B2C5-F2D61D86C2BD}"/>
          </ac:spMkLst>
        </pc:spChg>
        <pc:spChg chg="add">
          <ac:chgData name="Viktor Vasylyshyn" userId="S::338791@uwr.edu.pl::3d9a075e-c1ab-45e1-8a15-713c1a6f16a2" providerId="AD" clId="Web-{7D2DD571-78C7-4C7F-A05B-9784F1716D28}" dt="2024-01-25T01:44:22.963" v="1054"/>
          <ac:spMkLst>
            <pc:docMk/>
            <pc:sldMk cId="157157945" sldId="264"/>
            <ac:spMk id="32" creationId="{9026B71D-5A6F-48FE-AC6A-D7AAA018064B}"/>
          </ac:spMkLst>
        </pc:spChg>
      </pc:sldChg>
      <pc:sldChg chg="addSp delSp modSp new mod setBg">
        <pc:chgData name="Viktor Vasylyshyn" userId="S::338791@uwr.edu.pl::3d9a075e-c1ab-45e1-8a15-713c1a6f16a2" providerId="AD" clId="Web-{7D2DD571-78C7-4C7F-A05B-9784F1716D28}" dt="2024-01-25T01:45:00.683" v="1078"/>
        <pc:sldMkLst>
          <pc:docMk/>
          <pc:sldMk cId="1451883984" sldId="265"/>
        </pc:sldMkLst>
        <pc:spChg chg="mo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2" creationId="{11F0B45F-1E98-F419-DDD1-7F35F2724A5F}"/>
          </ac:spMkLst>
        </pc:spChg>
        <pc:spChg chg="mo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" creationId="{23205A7F-C7DA-5FC8-7373-BB0834972093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8" creationId="{9B0F7D69-D93C-4C38-A23D-76E000D691CD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10" creationId="{8CD419D4-EA9D-42D9-BF62-B07F0B7B672B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12" creationId="{1C6FEC9B-9608-4181-A9E5-A1B80E72021C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14" creationId="{AB1564ED-F26F-451D-97D6-A6EC3E83FD55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16" creationId="{AF50A80E-5DCB-4320-9947-73BF2D6F059F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18" creationId="{4E9C9717-43F9-44EA-9215-3F2D15B1C737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20" creationId="{E66004D1-3DCE-405F-9046-6DE912409E12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22" creationId="{D1319957-918B-4BBC-B357-957813808CDF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24" creationId="{0DBF1ABE-8590-450D-BB49-BDDCCF3EEA9E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26" creationId="{F624CBFB-D803-467F-960F-B6A30F8218C6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28" creationId="{FBA7E51E-7B6A-4A79-8F84-47C845C7A2CC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30" creationId="{03C85561-90D2-4AFA-B2C5-F2D61D86C2BD}"/>
          </ac:spMkLst>
        </pc:spChg>
        <pc:spChg chg="add del">
          <ac:chgData name="Viktor Vasylyshyn" userId="S::338791@uwr.edu.pl::3d9a075e-c1ab-45e1-8a15-713c1a6f16a2" providerId="AD" clId="Web-{7D2DD571-78C7-4C7F-A05B-9784F1716D28}" dt="2024-01-25T01:45:00.636" v="1077"/>
          <ac:spMkLst>
            <pc:docMk/>
            <pc:sldMk cId="1451883984" sldId="265"/>
            <ac:spMk id="32" creationId="{9026B71D-5A6F-48FE-AC6A-D7AAA018064B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4" creationId="{B516F90C-A3AC-46E0-8029-8C20BB17A6DA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5" creationId="{9B0F7D69-D93C-4C38-A23D-76E000D691CD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6" creationId="{1CFD6E36-333B-4520-8313-396CCE682BA8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7" creationId="{8CD419D4-EA9D-42D9-BF62-B07F0B7B672B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8" creationId="{D0525857-3EAD-4969-9196-A890F8DE6CB6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39" creationId="{1C6FEC9B-9608-4181-A9E5-A1B80E72021C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45" creationId="{AB1564ED-F26F-451D-97D6-A6EC3E83FD55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46" creationId="{AF50A80E-5DCB-4320-9947-73BF2D6F059F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47" creationId="{4E9C9717-43F9-44EA-9215-3F2D15B1C737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48" creationId="{E66004D1-3DCE-405F-9046-6DE912409E12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49" creationId="{D1319957-918B-4BBC-B357-957813808CDF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50" creationId="{97ACB619-0A09-4C51-8BA5-9BDECE7E4C69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51" creationId="{C44D3CAF-8753-4313-AA2D-F75CAC4DD7E6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52" creationId="{8D4A9DCA-CD08-4326-A478-9ABDAC6904C3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53" creationId="{FEB24D6D-151C-47FB-8FFE-984F0743DC6F}"/>
          </ac:spMkLst>
        </pc:spChg>
        <pc:spChg chg="add">
          <ac:chgData name="Viktor Vasylyshyn" userId="S::338791@uwr.edu.pl::3d9a075e-c1ab-45e1-8a15-713c1a6f16a2" providerId="AD" clId="Web-{7D2DD571-78C7-4C7F-A05B-9784F1716D28}" dt="2024-01-25T01:45:00.683" v="1078"/>
          <ac:spMkLst>
            <pc:docMk/>
            <pc:sldMk cId="1451883984" sldId="265"/>
            <ac:spMk id="54" creationId="{EB85EDFA-C3E9-456D-B330-A7119BFB29DC}"/>
          </ac:spMkLst>
        </pc:spChg>
        <pc:grpChg chg="add">
          <ac:chgData name="Viktor Vasylyshyn" userId="S::338791@uwr.edu.pl::3d9a075e-c1ab-45e1-8a15-713c1a6f16a2" providerId="AD" clId="Web-{7D2DD571-78C7-4C7F-A05B-9784F1716D28}" dt="2024-01-25T01:45:00.683" v="1078"/>
          <ac:grpSpMkLst>
            <pc:docMk/>
            <pc:sldMk cId="1451883984" sldId="265"/>
            <ac:grpSpMk id="40" creationId="{5EA385DF-E58A-4933-89FF-3F93F8CAEE0B}"/>
          </ac:grpSpMkLst>
        </pc:grpChg>
      </pc:sldChg>
      <pc:sldChg chg="addSp delSp modSp new mod setBg">
        <pc:chgData name="Viktor Vasylyshyn" userId="S::338791@uwr.edu.pl::3d9a075e-c1ab-45e1-8a15-713c1a6f16a2" providerId="AD" clId="Web-{7D2DD571-78C7-4C7F-A05B-9784F1716D28}" dt="2024-01-25T22:46:20.645" v="1240" actId="1076"/>
        <pc:sldMkLst>
          <pc:docMk/>
          <pc:sldMk cId="38684903" sldId="266"/>
        </pc:sldMkLst>
        <pc:spChg chg="mod">
          <ac:chgData name="Viktor Vasylyshyn" userId="S::338791@uwr.edu.pl::3d9a075e-c1ab-45e1-8a15-713c1a6f16a2" providerId="AD" clId="Web-{7D2DD571-78C7-4C7F-A05B-9784F1716D28}" dt="2024-01-25T22:46:05.738" v="1234" actId="1076"/>
          <ac:spMkLst>
            <pc:docMk/>
            <pc:sldMk cId="38684903" sldId="266"/>
            <ac:spMk id="2" creationId="{5DA95628-CF7B-B798-6BAA-B3736D580F32}"/>
          </ac:spMkLst>
        </pc:spChg>
        <pc:spChg chg="del">
          <ac:chgData name="Viktor Vasylyshyn" userId="S::338791@uwr.edu.pl::3d9a075e-c1ab-45e1-8a15-713c1a6f16a2" providerId="AD" clId="Web-{7D2DD571-78C7-4C7F-A05B-9784F1716D28}" dt="2024-01-25T22:44:34.438" v="1205"/>
          <ac:spMkLst>
            <pc:docMk/>
            <pc:sldMk cId="38684903" sldId="266"/>
            <ac:spMk id="3" creationId="{F0BA8D8F-C339-8F2A-94DC-5F892093FE1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44:55.595" v="1210"/>
          <ac:spMkLst>
            <pc:docMk/>
            <pc:sldMk cId="38684903" sldId="266"/>
            <ac:spMk id="5" creationId="{8BE34CF2-EBBC-B7FA-918C-FA648C5B1397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11" creationId="{9B0F7D69-D93C-4C38-A23D-76E000D691CD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13" creationId="{8CD419D4-EA9D-42D9-BF62-B07F0B7B672B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15" creationId="{1C6FEC9B-9608-4181-A9E5-A1B80E72021C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17" creationId="{AB1564ED-F26F-451D-97D6-A6EC3E83FD55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19" creationId="{0CA184B6-3482-4F43-87F0-BC765DCFD8A8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21" creationId="{6C869923-8380-4244-9548-802C330638A0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23" creationId="{C06255F2-BC67-4DDE-B34E-AC4BA21838CC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25" creationId="{55169443-FCCD-4C0A-8C69-18CD3FA0968D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27" creationId="{0DBF1ABE-8590-450D-BB49-BDDCCF3EEA9E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29" creationId="{391F8D69-709A-4575-A393-B4C26481AF3B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31" creationId="{C87A50C4-1191-461A-9E09-C8057F2AF01F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33" creationId="{BC87DA9F-8DB2-4D48-8716-A928FBB8A5D2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35" creationId="{195EA065-AC5D-431D-927E-87FF05884866}"/>
          </ac:spMkLst>
        </pc:spChg>
        <pc:spChg chg="add">
          <ac:chgData name="Viktor Vasylyshyn" userId="S::338791@uwr.edu.pl::3d9a075e-c1ab-45e1-8a15-713c1a6f16a2" providerId="AD" clId="Web-{7D2DD571-78C7-4C7F-A05B-9784F1716D28}" dt="2024-01-25T22:45:51.409" v="1230"/>
          <ac:spMkLst>
            <pc:docMk/>
            <pc:sldMk cId="38684903" sldId="266"/>
            <ac:spMk id="37" creationId="{46934B3C-D73F-4CD0-95B1-0244D662D1C7}"/>
          </ac:spMkLst>
        </pc:spChg>
        <pc:picChg chg="add mod ord">
          <ac:chgData name="Viktor Vasylyshyn" userId="S::338791@uwr.edu.pl::3d9a075e-c1ab-45e1-8a15-713c1a6f16a2" providerId="AD" clId="Web-{7D2DD571-78C7-4C7F-A05B-9784F1716D28}" dt="2024-01-25T22:46:20.645" v="1240" actId="1076"/>
          <ac:picMkLst>
            <pc:docMk/>
            <pc:sldMk cId="38684903" sldId="266"/>
            <ac:picMk id="4" creationId="{71FB7754-9E18-D312-0AD0-B9EC36B98BD1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22:46:13.035" v="1237" actId="1076"/>
          <ac:picMkLst>
            <pc:docMk/>
            <pc:sldMk cId="38684903" sldId="266"/>
            <ac:picMk id="6" creationId="{E08C5336-DAE1-625B-713B-431A23693BA7}"/>
          </ac:picMkLst>
        </pc:picChg>
      </pc:sldChg>
      <pc:sldChg chg="addSp delSp modSp add mod replId setBg">
        <pc:chgData name="Viktor Vasylyshyn" userId="S::338791@uwr.edu.pl::3d9a075e-c1ab-45e1-8a15-713c1a6f16a2" providerId="AD" clId="Web-{7D2DD571-78C7-4C7F-A05B-9784F1716D28}" dt="2024-01-25T22:53:25.112" v="1370" actId="1076"/>
        <pc:sldMkLst>
          <pc:docMk/>
          <pc:sldMk cId="447392054" sldId="267"/>
        </pc:sldMkLst>
        <pc:spChg chg="mod">
          <ac:chgData name="Viktor Vasylyshyn" userId="S::338791@uwr.edu.pl::3d9a075e-c1ab-45e1-8a15-713c1a6f16a2" providerId="AD" clId="Web-{7D2DD571-78C7-4C7F-A05B-9784F1716D28}" dt="2024-01-25T22:52:11.906" v="1360" actId="1076"/>
          <ac:spMkLst>
            <pc:docMk/>
            <pc:sldMk cId="447392054" sldId="267"/>
            <ac:spMk id="2" creationId="{7E42CF85-CB15-CA55-9307-6A6AC0863070}"/>
          </ac:spMkLst>
        </pc:spChg>
        <pc:spChg chg="mod ord">
          <ac:chgData name="Viktor Vasylyshyn" userId="S::338791@uwr.edu.pl::3d9a075e-c1ab-45e1-8a15-713c1a6f16a2" providerId="AD" clId="Web-{7D2DD571-78C7-4C7F-A05B-9784F1716D28}" dt="2024-01-25T22:52:14.297" v="1361" actId="1076"/>
          <ac:spMkLst>
            <pc:docMk/>
            <pc:sldMk cId="447392054" sldId="267"/>
            <ac:spMk id="3" creationId="{AB00FFD8-6FD9-C66B-BE02-885B5ACE869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0:27.278" v="1329"/>
          <ac:spMkLst>
            <pc:docMk/>
            <pc:sldMk cId="447392054" sldId="267"/>
            <ac:spMk id="10" creationId="{AC14302F-E955-47D0-A56B-D1D1A6953B51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0:53.404" v="1339"/>
          <ac:spMkLst>
            <pc:docMk/>
            <pc:sldMk cId="447392054" sldId="267"/>
            <ac:spMk id="25" creationId="{8181FC64-B306-4821-98E2-780662EFC486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0:53.404" v="1339"/>
          <ac:spMkLst>
            <pc:docMk/>
            <pc:sldMk cId="447392054" sldId="267"/>
            <ac:spMk id="27" creationId="{BC0385E9-02B2-4941-889A-EAD43F5BB0A3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0:53.404" v="1339"/>
          <ac:spMkLst>
            <pc:docMk/>
            <pc:sldMk cId="447392054" sldId="267"/>
            <ac:spMk id="29" creationId="{829A1E2C-5AC8-40FC-99E9-832069D3979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0:53.404" v="1339"/>
          <ac:spMkLst>
            <pc:docMk/>
            <pc:sldMk cId="447392054" sldId="267"/>
            <ac:spMk id="31" creationId="{55C54A75-E44A-4147-B9D0-FF46CFD31612}"/>
          </ac:spMkLst>
        </pc:spChg>
        <pc:spChg chg="add">
          <ac:chgData name="Viktor Vasylyshyn" userId="S::338791@uwr.edu.pl::3d9a075e-c1ab-45e1-8a15-713c1a6f16a2" providerId="AD" clId="Web-{7D2DD571-78C7-4C7F-A05B-9784F1716D28}" dt="2024-01-25T22:50:53.404" v="1339"/>
          <ac:spMkLst>
            <pc:docMk/>
            <pc:sldMk cId="447392054" sldId="267"/>
            <ac:spMk id="36" creationId="{593B4D24-F4A8-4141-A20A-E0575D199633}"/>
          </ac:spMkLst>
        </pc:spChg>
        <pc:grpChg chg="add del">
          <ac:chgData name="Viktor Vasylyshyn" userId="S::338791@uwr.edu.pl::3d9a075e-c1ab-45e1-8a15-713c1a6f16a2" providerId="AD" clId="Web-{7D2DD571-78C7-4C7F-A05B-9784F1716D28}" dt="2024-01-25T22:50:27.278" v="1329"/>
          <ac:grpSpMkLst>
            <pc:docMk/>
            <pc:sldMk cId="447392054" sldId="267"/>
            <ac:grpSpMk id="12" creationId="{102F791E-629B-441C-84D3-B6C98193AA8A}"/>
          </ac:grpSpMkLst>
        </pc:grpChg>
        <pc:grpChg chg="add del">
          <ac:chgData name="Viktor Vasylyshyn" userId="S::338791@uwr.edu.pl::3d9a075e-c1ab-45e1-8a15-713c1a6f16a2" providerId="AD" clId="Web-{7D2DD571-78C7-4C7F-A05B-9784F1716D28}" dt="2024-01-25T22:50:27.278" v="1329"/>
          <ac:grpSpMkLst>
            <pc:docMk/>
            <pc:sldMk cId="447392054" sldId="267"/>
            <ac:grpSpMk id="17" creationId="{571A5FA6-D31D-462D-BF7D-083B0C38927B}"/>
          </ac:grpSpMkLst>
        </pc:grpChg>
        <pc:grpChg chg="add">
          <ac:chgData name="Viktor Vasylyshyn" userId="S::338791@uwr.edu.pl::3d9a075e-c1ab-45e1-8a15-713c1a6f16a2" providerId="AD" clId="Web-{7D2DD571-78C7-4C7F-A05B-9784F1716D28}" dt="2024-01-25T22:50:53.404" v="1339"/>
          <ac:grpSpMkLst>
            <pc:docMk/>
            <pc:sldMk cId="447392054" sldId="267"/>
            <ac:grpSpMk id="38" creationId="{87E1C41B-894D-4CD4-A72F-447D58381120}"/>
          </ac:grpSpMkLst>
        </pc:grpChg>
        <pc:grpChg chg="add">
          <ac:chgData name="Viktor Vasylyshyn" userId="S::338791@uwr.edu.pl::3d9a075e-c1ab-45e1-8a15-713c1a6f16a2" providerId="AD" clId="Web-{7D2DD571-78C7-4C7F-A05B-9784F1716D28}" dt="2024-01-25T22:50:53.404" v="1339"/>
          <ac:grpSpMkLst>
            <pc:docMk/>
            <pc:sldMk cId="447392054" sldId="267"/>
            <ac:grpSpMk id="43" creationId="{C1E17DE6-43F3-4FD3-9DB8-DDEACF79C2DA}"/>
          </ac:grpSpMkLst>
        </pc:grpChg>
        <pc:picChg chg="add mod ord">
          <ac:chgData name="Viktor Vasylyshyn" userId="S::338791@uwr.edu.pl::3d9a075e-c1ab-45e1-8a15-713c1a6f16a2" providerId="AD" clId="Web-{7D2DD571-78C7-4C7F-A05B-9784F1716D28}" dt="2024-01-25T22:52:05.109" v="1358" actId="14100"/>
          <ac:picMkLst>
            <pc:docMk/>
            <pc:sldMk cId="447392054" sldId="267"/>
            <ac:picMk id="4" creationId="{A7FB21C6-E57C-4CD9-8DC7-068693E23C37}"/>
          </ac:picMkLst>
        </pc:picChg>
        <pc:picChg chg="add del mod ord">
          <ac:chgData name="Viktor Vasylyshyn" userId="S::338791@uwr.edu.pl::3d9a075e-c1ab-45e1-8a15-713c1a6f16a2" providerId="AD" clId="Web-{7D2DD571-78C7-4C7F-A05B-9784F1716D28}" dt="2024-01-25T22:52:22.547" v="1362"/>
          <ac:picMkLst>
            <pc:docMk/>
            <pc:sldMk cId="447392054" sldId="267"/>
            <ac:picMk id="5" creationId="{66186686-2F7B-9B08-1BED-73C25AE52D8A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22:53:25.112" v="1370" actId="1076"/>
          <ac:picMkLst>
            <pc:docMk/>
            <pc:sldMk cId="447392054" sldId="267"/>
            <ac:picMk id="6" creationId="{93B1DBA6-0DB3-FD9D-10F8-E1403E18BBC6}"/>
          </ac:picMkLst>
        </pc:picChg>
      </pc:sldChg>
      <pc:sldChg chg="addSp delSp modSp add mod replId setBg">
        <pc:chgData name="Viktor Vasylyshyn" userId="S::338791@uwr.edu.pl::3d9a075e-c1ab-45e1-8a15-713c1a6f16a2" providerId="AD" clId="Web-{7D2DD571-78C7-4C7F-A05B-9784F1716D28}" dt="2024-01-25T23:07:21.436" v="1524"/>
        <pc:sldMkLst>
          <pc:docMk/>
          <pc:sldMk cId="778893763" sldId="268"/>
        </pc:sldMkLst>
        <pc:spChg chg="mod ord">
          <ac:chgData name="Viktor Vasylyshyn" userId="S::338791@uwr.edu.pl::3d9a075e-c1ab-45e1-8a15-713c1a6f16a2" providerId="AD" clId="Web-{7D2DD571-78C7-4C7F-A05B-9784F1716D28}" dt="2024-01-25T22:56:11.836" v="1386"/>
          <ac:spMkLst>
            <pc:docMk/>
            <pc:sldMk cId="778893763" sldId="268"/>
            <ac:spMk id="2" creationId="{D18B7C3D-CF49-7543-8B22-3F6620712457}"/>
          </ac:spMkLst>
        </pc:spChg>
        <pc:spChg chg="del">
          <ac:chgData name="Viktor Vasylyshyn" userId="S::338791@uwr.edu.pl::3d9a075e-c1ab-45e1-8a15-713c1a6f16a2" providerId="AD" clId="Web-{7D2DD571-78C7-4C7F-A05B-9784F1716D28}" dt="2024-01-25T22:55:55.132" v="1378"/>
          <ac:spMkLst>
            <pc:docMk/>
            <pc:sldMk cId="778893763" sldId="268"/>
            <ac:spMk id="3" creationId="{A14F8088-0C78-E742-5DED-A048672E8322}"/>
          </ac:spMkLst>
        </pc:spChg>
        <pc:spChg chg="add mod">
          <ac:chgData name="Viktor Vasylyshyn" userId="S::338791@uwr.edu.pl::3d9a075e-c1ab-45e1-8a15-713c1a6f16a2" providerId="AD" clId="Web-{7D2DD571-78C7-4C7F-A05B-9784F1716D28}" dt="2024-01-25T23:04:22.868" v="1479" actId="1076"/>
          <ac:spMkLst>
            <pc:docMk/>
            <pc:sldMk cId="778893763" sldId="268"/>
            <ac:spMk id="5" creationId="{ACC263E2-2B2A-5AC7-4C25-AFA25880DD9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6:32.477" v="1396"/>
          <ac:spMkLst>
            <pc:docMk/>
            <pc:sldMk cId="778893763" sldId="268"/>
            <ac:spMk id="8" creationId="{A9E99A92-9586-AEAE-AF39-0D13AFA4511C}"/>
          </ac:spMkLst>
        </pc:spChg>
        <pc:spChg chg="add mod">
          <ac:chgData name="Viktor Vasylyshyn" userId="S::338791@uwr.edu.pl::3d9a075e-c1ab-45e1-8a15-713c1a6f16a2" providerId="AD" clId="Web-{7D2DD571-78C7-4C7F-A05B-9784F1716D28}" dt="2024-01-25T23:04:33.806" v="1482" actId="1076"/>
          <ac:spMkLst>
            <pc:docMk/>
            <pc:sldMk cId="778893763" sldId="268"/>
            <ac:spMk id="10" creationId="{0E32E3CD-95F7-81D2-C369-39B774CD4A31}"/>
          </ac:spMkLst>
        </pc:spChg>
        <pc:spChg chg="add del ord">
          <ac:chgData name="Viktor Vasylyshyn" userId="S::338791@uwr.edu.pl::3d9a075e-c1ab-45e1-8a15-713c1a6f16a2" providerId="AD" clId="Web-{7D2DD571-78C7-4C7F-A05B-9784F1716D28}" dt="2024-01-25T23:03:31.476" v="1454"/>
          <ac:spMkLst>
            <pc:docMk/>
            <pc:sldMk cId="778893763" sldId="268"/>
            <ac:spMk id="11" creationId="{8181FC64-B306-4821-98E2-780662EFC486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6:11.836" v="1386"/>
          <ac:spMkLst>
            <pc:docMk/>
            <pc:sldMk cId="778893763" sldId="268"/>
            <ac:spMk id="13" creationId="{5871FC61-DD4E-47D4-81FD-8A7E7D12B371}"/>
          </ac:spMkLst>
        </pc:spChg>
        <pc:spChg chg="add mod">
          <ac:chgData name="Viktor Vasylyshyn" userId="S::338791@uwr.edu.pl::3d9a075e-c1ab-45e1-8a15-713c1a6f16a2" providerId="AD" clId="Web-{7D2DD571-78C7-4C7F-A05B-9784F1716D28}" dt="2024-01-25T23:07:06.077" v="1521" actId="1076"/>
          <ac:spMkLst>
            <pc:docMk/>
            <pc:sldMk cId="778893763" sldId="268"/>
            <ac:spMk id="14" creationId="{AB573A00-3C30-03AD-C06F-CE55A767E36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6:11.836" v="1386"/>
          <ac:spMkLst>
            <pc:docMk/>
            <pc:sldMk cId="778893763" sldId="268"/>
            <ac:spMk id="15" creationId="{8B598134-D292-43E6-9C55-117198046913}"/>
          </ac:spMkLst>
        </pc:spChg>
        <pc:spChg chg="add del">
          <ac:chgData name="Viktor Vasylyshyn" userId="S::338791@uwr.edu.pl::3d9a075e-c1ab-45e1-8a15-713c1a6f16a2" providerId="AD" clId="Web-{7D2DD571-78C7-4C7F-A05B-9784F1716D28}" dt="2024-01-25T22:56:11.836" v="1386"/>
          <ac:spMkLst>
            <pc:docMk/>
            <pc:sldMk cId="778893763" sldId="268"/>
            <ac:spMk id="17" creationId="{829A1E2C-5AC8-40FC-99E9-832069D39792}"/>
          </ac:spMkLst>
        </pc:spChg>
        <pc:picChg chg="add del mod ord">
          <ac:chgData name="Viktor Vasylyshyn" userId="S::338791@uwr.edu.pl::3d9a075e-c1ab-45e1-8a15-713c1a6f16a2" providerId="AD" clId="Web-{7D2DD571-78C7-4C7F-A05B-9784F1716D28}" dt="2024-01-25T23:01:53.644" v="1423"/>
          <ac:picMkLst>
            <pc:docMk/>
            <pc:sldMk cId="778893763" sldId="268"/>
            <ac:picMk id="4" creationId="{B4017753-711B-AC33-75DB-A42D0232BEFF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22:56:59.103" v="1415"/>
          <ac:picMkLst>
            <pc:docMk/>
            <pc:sldMk cId="778893763" sldId="268"/>
            <ac:picMk id="6" creationId="{EB875C3C-B40A-A0AB-514E-37F5985DF950}"/>
          </ac:picMkLst>
        </pc:picChg>
        <pc:picChg chg="add del mod ord">
          <ac:chgData name="Viktor Vasylyshyn" userId="S::338791@uwr.edu.pl::3d9a075e-c1ab-45e1-8a15-713c1a6f16a2" providerId="AD" clId="Web-{7D2DD571-78C7-4C7F-A05B-9784F1716D28}" dt="2024-01-25T23:03:07.725" v="1450"/>
          <ac:picMkLst>
            <pc:docMk/>
            <pc:sldMk cId="778893763" sldId="268"/>
            <ac:picMk id="7" creationId="{BA38DEC7-9535-C14F-2EAC-13DEA3B31D19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23:02:42.146" v="1442"/>
          <ac:picMkLst>
            <pc:docMk/>
            <pc:sldMk cId="778893763" sldId="268"/>
            <ac:picMk id="9" creationId="{30E702F7-2F0C-33BE-1874-41AF1F3F0D45}"/>
          </ac:picMkLst>
        </pc:picChg>
        <pc:picChg chg="add mod ord">
          <ac:chgData name="Viktor Vasylyshyn" userId="S::338791@uwr.edu.pl::3d9a075e-c1ab-45e1-8a15-713c1a6f16a2" providerId="AD" clId="Web-{7D2DD571-78C7-4C7F-A05B-9784F1716D28}" dt="2024-01-25T23:04:27.259" v="1481" actId="1076"/>
          <ac:picMkLst>
            <pc:docMk/>
            <pc:sldMk cId="778893763" sldId="268"/>
            <ac:picMk id="12" creationId="{152040F5-0487-F08C-014D-2655265F42E6}"/>
          </ac:picMkLst>
        </pc:picChg>
        <pc:cxnChg chg="add mod">
          <ac:chgData name="Viktor Vasylyshyn" userId="S::338791@uwr.edu.pl::3d9a075e-c1ab-45e1-8a15-713c1a6f16a2" providerId="AD" clId="Web-{7D2DD571-78C7-4C7F-A05B-9784F1716D28}" dt="2024-01-25T23:06:20.497" v="1509"/>
          <ac:cxnSpMkLst>
            <pc:docMk/>
            <pc:sldMk cId="778893763" sldId="268"/>
            <ac:cxnSpMk id="16" creationId="{8D731C29-3880-4FB9-996D-0A779FC89561}"/>
          </ac:cxnSpMkLst>
        </pc:cxnChg>
        <pc:cxnChg chg="add mod">
          <ac:chgData name="Viktor Vasylyshyn" userId="S::338791@uwr.edu.pl::3d9a075e-c1ab-45e1-8a15-713c1a6f16a2" providerId="AD" clId="Web-{7D2DD571-78C7-4C7F-A05B-9784F1716D28}" dt="2024-01-25T23:07:17.577" v="1523"/>
          <ac:cxnSpMkLst>
            <pc:docMk/>
            <pc:sldMk cId="778893763" sldId="268"/>
            <ac:cxnSpMk id="18" creationId="{4B286413-5356-320B-B918-2AA7D2411423}"/>
          </ac:cxnSpMkLst>
        </pc:cxnChg>
        <pc:cxnChg chg="add mod">
          <ac:chgData name="Viktor Vasylyshyn" userId="S::338791@uwr.edu.pl::3d9a075e-c1ab-45e1-8a15-713c1a6f16a2" providerId="AD" clId="Web-{7D2DD571-78C7-4C7F-A05B-9784F1716D28}" dt="2024-01-25T23:07:21.436" v="1524"/>
          <ac:cxnSpMkLst>
            <pc:docMk/>
            <pc:sldMk cId="778893763" sldId="268"/>
            <ac:cxnSpMk id="19" creationId="{C02B7A96-6E92-3D9A-435F-FF497B53935E}"/>
          </ac:cxnSpMkLst>
        </pc:cxnChg>
      </pc:sldChg>
      <pc:sldChg chg="addSp delSp modSp add mod replId setBg">
        <pc:chgData name="Viktor Vasylyshyn" userId="S::338791@uwr.edu.pl::3d9a075e-c1ab-45e1-8a15-713c1a6f16a2" providerId="AD" clId="Web-{7D2DD571-78C7-4C7F-A05B-9784F1716D28}" dt="2024-01-25T23:15:28.024" v="1613" actId="1076"/>
        <pc:sldMkLst>
          <pc:docMk/>
          <pc:sldMk cId="2993499220" sldId="269"/>
        </pc:sldMkLst>
        <pc:spChg chg="mod ord">
          <ac:chgData name="Viktor Vasylyshyn" userId="S::338791@uwr.edu.pl::3d9a075e-c1ab-45e1-8a15-713c1a6f16a2" providerId="AD" clId="Web-{7D2DD571-78C7-4C7F-A05B-9784F1716D28}" dt="2024-01-25T23:15:28.024" v="1613" actId="1076"/>
          <ac:spMkLst>
            <pc:docMk/>
            <pc:sldMk cId="2993499220" sldId="269"/>
            <ac:spMk id="2" creationId="{BCE6E2C1-8BAB-60B4-293E-AE811DCA8FA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09:17.367" v="1545"/>
          <ac:spMkLst>
            <pc:docMk/>
            <pc:sldMk cId="2993499220" sldId="269"/>
            <ac:spMk id="3" creationId="{63DD1333-0856-7772-9ED5-4B8B5BA0478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12" creationId="{9B0F7D69-D93C-4C38-A23D-76E000D691C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14" creationId="{8CD419D4-EA9D-42D9-BF62-B07F0B7B672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16" creationId="{1C6FEC9B-9608-4181-A9E5-A1B80E72021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18" creationId="{AB1564ED-F26F-451D-97D6-A6EC3E83FD5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20" creationId="{0CA184B6-3482-4F43-87F0-BC765DCFD8A8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22" creationId="{6C869923-8380-4244-9548-802C330638A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24" creationId="{C06255F2-BC67-4DDE-B34E-AC4BA21838C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26" creationId="{55169443-FCCD-4C0A-8C69-18CD3FA0968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28" creationId="{0DBF1ABE-8590-450D-BB49-BDDCCF3EEA9E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30" creationId="{391F8D69-709A-4575-A393-B4C26481AF3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32" creationId="{C87A50C4-1191-461A-9E09-C8057F2AF01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34" creationId="{BC87DA9F-8DB2-4D48-8716-A928FBB8A5D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36" creationId="{195EA065-AC5D-431D-927E-87FF05884866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60"/>
          <ac:spMkLst>
            <pc:docMk/>
            <pc:sldMk cId="2993499220" sldId="269"/>
            <ac:spMk id="38" creationId="{46934B3C-D73F-4CD0-95B1-0244D662D1C7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42" creationId="{1403C3FB-4257-0E9C-1CC0-8F84EC511D6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45" creationId="{F6E961F8-E8D9-40C0-9827-6A2A0B4F264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47" creationId="{48465142-26CF-4A14-BAE0-499E62FD4D8C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49" creationId="{0F89C133-1972-4B13-9E90-2BDD4CB3E4E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51" creationId="{410EE20B-ABA0-4D8B-A352-239FD3B7F6C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53" creationId="{1ACF5E41-1180-4F4D-8B18-7BF41E95FE91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55" creationId="{0875622B-BE16-4243-B0B6-627893091E5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57" creationId="{37A1B7AB-6762-4150-B1BE-25D0E642BED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11.362" v="1559"/>
          <ac:spMkLst>
            <pc:docMk/>
            <pc:sldMk cId="2993499220" sldId="269"/>
            <ac:spMk id="59" creationId="{AF2E4B5D-B5A6-48F9-AD2A-B5F12570B928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28.878" v="1566"/>
          <ac:spMkLst>
            <pc:docMk/>
            <pc:sldMk cId="2993499220" sldId="269"/>
            <ac:spMk id="61" creationId="{8181FC64-B306-4821-98E2-780662EFC486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28.878" v="1566"/>
          <ac:spMkLst>
            <pc:docMk/>
            <pc:sldMk cId="2993499220" sldId="269"/>
            <ac:spMk id="62" creationId="{BC0385E9-02B2-4941-889A-EAD43F5BB0A3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28.878" v="1566"/>
          <ac:spMkLst>
            <pc:docMk/>
            <pc:sldMk cId="2993499220" sldId="269"/>
            <ac:spMk id="63" creationId="{829A1E2C-5AC8-40FC-99E9-832069D3979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28.878" v="1566"/>
          <ac:spMkLst>
            <pc:docMk/>
            <pc:sldMk cId="2993499220" sldId="269"/>
            <ac:spMk id="64" creationId="{55C54A75-E44A-4147-B9D0-FF46CFD31612}"/>
          </ac:spMkLst>
        </pc:spChg>
        <pc:spChg chg="add del mod ord">
          <ac:chgData name="Viktor Vasylyshyn" userId="S::338791@uwr.edu.pl::3d9a075e-c1ab-45e1-8a15-713c1a6f16a2" providerId="AD" clId="Web-{7D2DD571-78C7-4C7F-A05B-9784F1716D28}" dt="2024-01-25T23:13:10.551" v="1576"/>
          <ac:spMkLst>
            <pc:docMk/>
            <pc:sldMk cId="2993499220" sldId="269"/>
            <ac:spMk id="65" creationId="{30EE6749-61A9-26DD-4D92-40C21D55E9D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70" creationId="{593B4D24-F4A8-4141-A20A-E0575D199633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72" creationId="{B0EBD930-13B6-4AA7-8442-D8477FE2C2A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74" creationId="{6F4F5563-BEC8-4A69-A657-AC9457F33C7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76" creationId="{6D29C94F-5927-45DF-8984-3D8402CB3D7A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78" creationId="{5FB4AC3B-162F-4BA3-9CAE-3917EA808CD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80" creationId="{10D1245A-B861-4943-B538-8696E6C77C1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82" creationId="{CD45A2DC-2F6D-4746-B816-E638849B0D7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84" creationId="{717CF268-BB2F-41B3-951C-FA3761CD282A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86" creationId="{DEB58610-1B82-4AC6-AD98-3834A9F092B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19" v="1573"/>
          <ac:spMkLst>
            <pc:docMk/>
            <pc:sldMk cId="2993499220" sldId="269"/>
            <ac:spMk id="88" creationId="{C03D20A8-4350-41F8-BED8-9E2FA91DF32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04" v="1572"/>
          <ac:spMkLst>
            <pc:docMk/>
            <pc:sldMk cId="2993499220" sldId="269"/>
            <ac:spMk id="93" creationId="{3D5FBB81-B61B-416A-8F5D-A8DDF62530F1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04" v="1572"/>
          <ac:spMkLst>
            <pc:docMk/>
            <pc:sldMk cId="2993499220" sldId="269"/>
            <ac:spMk id="95" creationId="{40C0D7D4-D83D-4C58-87D1-955F0A9173D7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04" v="1572"/>
          <ac:spMkLst>
            <pc:docMk/>
            <pc:sldMk cId="2993499220" sldId="269"/>
            <ac:spMk id="97" creationId="{15F9A324-404E-4C5D-AFF0-C5D0D84182B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2:55.504" v="1572"/>
          <ac:spMkLst>
            <pc:docMk/>
            <pc:sldMk cId="2993499220" sldId="269"/>
            <ac:spMk id="99" creationId="{AC4CE3C4-3600-4353-9FE1-B32D06BEF02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1" creationId="{5FB4AC3B-162F-4BA3-9CAE-3917EA808CD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2" creationId="{593B4D24-F4A8-4141-A20A-E0575D199633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3" creationId="{10D1245A-B861-4943-B538-8696E6C77C1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4" creationId="{B0EBD930-13B6-4AA7-8442-D8477FE2C2A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5" creationId="{CD45A2DC-2F6D-4746-B816-E638849B0D7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6" creationId="{6F4F5563-BEC8-4A69-A657-AC9457F33C7D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7" creationId="{717CF268-BB2F-41B3-951C-FA3761CD282A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8" creationId="{6D29C94F-5927-45DF-8984-3D8402CB3D7A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09" creationId="{DEB58610-1B82-4AC6-AD98-3834A9F092B5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11" creationId="{C03D20A8-4350-41F8-BED8-9E2FA91DF325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16" creationId="{9B0F7D69-D93C-4C38-A23D-76E000D691CD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18" creationId="{8CD419D4-EA9D-42D9-BF62-B07F0B7B672B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20" creationId="{1C6FEC9B-9608-4181-A9E5-A1B80E72021C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22" creationId="{AB1564ED-F26F-451D-97D6-A6EC3E83FD55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24" creationId="{0CA184B6-3482-4F43-87F0-BC765DCFD8A8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26" creationId="{6C869923-8380-4244-9548-802C330638A0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28" creationId="{C06255F2-BC67-4DDE-B34E-AC4BA21838CC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30" creationId="{55169443-FCCD-4C0A-8C69-18CD3FA0968D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32" creationId="{0DBF1ABE-8590-450D-BB49-BDDCCF3EEA9E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34" creationId="{391F8D69-709A-4575-A393-B4C26481AF3B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36" creationId="{C87A50C4-1191-461A-9E09-C8057F2AF01F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38" creationId="{BC87DA9F-8DB2-4D48-8716-A928FBB8A5D2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40" creationId="{195EA065-AC5D-431D-927E-87FF05884866}"/>
          </ac:spMkLst>
        </pc:spChg>
        <pc:spChg chg="add">
          <ac:chgData name="Viktor Vasylyshyn" userId="S::338791@uwr.edu.pl::3d9a075e-c1ab-45e1-8a15-713c1a6f16a2" providerId="AD" clId="Web-{7D2DD571-78C7-4C7F-A05B-9784F1716D28}" dt="2024-01-25T23:14:00.193" v="1589"/>
          <ac:spMkLst>
            <pc:docMk/>
            <pc:sldMk cId="2993499220" sldId="269"/>
            <ac:spMk id="142" creationId="{46934B3C-D73F-4CD0-95B1-0244D662D1C7}"/>
          </ac:spMkLst>
        </pc:spChg>
        <pc:graphicFrameChg chg="add del mod ord modGraphic">
          <ac:chgData name="Viktor Vasylyshyn" userId="S::338791@uwr.edu.pl::3d9a075e-c1ab-45e1-8a15-713c1a6f16a2" providerId="AD" clId="Web-{7D2DD571-78C7-4C7F-A05B-9784F1716D28}" dt="2024-01-25T23:08:53.116" v="1526"/>
          <ac:graphicFrameMkLst>
            <pc:docMk/>
            <pc:sldMk cId="2993499220" sldId="269"/>
            <ac:graphicFrameMk id="4" creationId="{EEF65183-56DB-E2C7-3B1E-FBDC963035F6}"/>
          </ac:graphicFrameMkLst>
        </pc:graphicFrameChg>
        <pc:picChg chg="add del mod ord">
          <ac:chgData name="Viktor Vasylyshyn" userId="S::338791@uwr.edu.pl::3d9a075e-c1ab-45e1-8a15-713c1a6f16a2" providerId="AD" clId="Web-{7D2DD571-78C7-4C7F-A05B-9784F1716D28}" dt="2024-01-25T23:14:17.616" v="1597"/>
          <ac:picMkLst>
            <pc:docMk/>
            <pc:sldMk cId="2993499220" sldId="269"/>
            <ac:picMk id="5" creationId="{14674F1A-FA5D-1FE1-1F4A-32C0C6B99666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23:10:03.744" v="1549"/>
          <ac:picMkLst>
            <pc:docMk/>
            <pc:sldMk cId="2993499220" sldId="269"/>
            <ac:picMk id="6" creationId="{F0E52A42-DB72-19A8-D713-80651D4BB245}"/>
          </ac:picMkLst>
        </pc:picChg>
        <pc:picChg chg="add del mod ord">
          <ac:chgData name="Viktor Vasylyshyn" userId="S::338791@uwr.edu.pl::3d9a075e-c1ab-45e1-8a15-713c1a6f16a2" providerId="AD" clId="Web-{7D2DD571-78C7-4C7F-A05B-9784F1716D28}" dt="2024-01-25T23:14:16.709" v="1596"/>
          <ac:picMkLst>
            <pc:docMk/>
            <pc:sldMk cId="2993499220" sldId="269"/>
            <ac:picMk id="7" creationId="{A32B9866-4E71-22E9-5319-82EA376D4A97}"/>
          </ac:picMkLst>
        </pc:picChg>
        <pc:picChg chg="add del mod ord">
          <ac:chgData name="Viktor Vasylyshyn" userId="S::338791@uwr.edu.pl::3d9a075e-c1ab-45e1-8a15-713c1a6f16a2" providerId="AD" clId="Web-{7D2DD571-78C7-4C7F-A05B-9784F1716D28}" dt="2024-01-25T23:13:51.162" v="1586"/>
          <ac:picMkLst>
            <pc:docMk/>
            <pc:sldMk cId="2993499220" sldId="269"/>
            <ac:picMk id="8" creationId="{62A0675E-D063-710D-0C3E-582A36493946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23:14:46.835" v="1599"/>
          <ac:picMkLst>
            <pc:docMk/>
            <pc:sldMk cId="2993499220" sldId="269"/>
            <ac:picMk id="9" creationId="{E04A2DE0-5C27-E946-C9ED-B30585F1D8F7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23:15:25.134" v="1612" actId="14100"/>
          <ac:picMkLst>
            <pc:docMk/>
            <pc:sldMk cId="2993499220" sldId="269"/>
            <ac:picMk id="10" creationId="{72E6F8AB-4222-4AAB-722E-68932BAF5455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23:15:11.727" v="1607" actId="1076"/>
          <ac:picMkLst>
            <pc:docMk/>
            <pc:sldMk cId="2993499220" sldId="269"/>
            <ac:picMk id="11" creationId="{2DEB9DB6-BF9E-58A1-66E7-8349D79E1C58}"/>
          </ac:picMkLst>
        </pc:picChg>
      </pc:sldChg>
      <pc:sldChg chg="addSp delSp modSp add mod replId setBg">
        <pc:chgData name="Viktor Vasylyshyn" userId="S::338791@uwr.edu.pl::3d9a075e-c1ab-45e1-8a15-713c1a6f16a2" providerId="AD" clId="Web-{7D2DD571-78C7-4C7F-A05B-9784F1716D28}" dt="2024-01-25T23:32:56.356" v="1968" actId="1076"/>
        <pc:sldMkLst>
          <pc:docMk/>
          <pc:sldMk cId="240812110" sldId="270"/>
        </pc:sldMkLst>
        <pc:spChg chg="mod">
          <ac:chgData name="Viktor Vasylyshyn" userId="S::338791@uwr.edu.pl::3d9a075e-c1ab-45e1-8a15-713c1a6f16a2" providerId="AD" clId="Web-{7D2DD571-78C7-4C7F-A05B-9784F1716D28}" dt="2024-01-25T23:32:53.731" v="1967" actId="1076"/>
          <ac:spMkLst>
            <pc:docMk/>
            <pc:sldMk cId="240812110" sldId="270"/>
            <ac:spMk id="2" creationId="{20DB87A4-61A6-C364-48E7-F2751E64F2C9}"/>
          </ac:spMkLst>
        </pc:spChg>
        <pc:spChg chg="del">
          <ac:chgData name="Viktor Vasylyshyn" userId="S::338791@uwr.edu.pl::3d9a075e-c1ab-45e1-8a15-713c1a6f16a2" providerId="AD" clId="Web-{7D2DD571-78C7-4C7F-A05B-9784F1716D28}" dt="2024-01-25T23:19:15.016" v="1634"/>
          <ac:spMkLst>
            <pc:docMk/>
            <pc:sldMk cId="240812110" sldId="270"/>
            <ac:spMk id="3" creationId="{C19BF9E9-E25E-E7B8-2513-9471E47AB87F}"/>
          </ac:spMkLst>
        </pc:spChg>
        <pc:spChg chg="add mod ord">
          <ac:chgData name="Viktor Vasylyshyn" userId="S::338791@uwr.edu.pl::3d9a075e-c1ab-45e1-8a15-713c1a6f16a2" providerId="AD" clId="Web-{7D2DD571-78C7-4C7F-A05B-9784F1716D28}" dt="2024-01-25T23:32:56.356" v="1968" actId="1076"/>
          <ac:spMkLst>
            <pc:docMk/>
            <pc:sldMk cId="240812110" sldId="270"/>
            <ac:spMk id="6" creationId="{00809D13-3008-6718-C0D5-366FEF599804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1:28.884" v="1938"/>
          <ac:spMkLst>
            <pc:docMk/>
            <pc:sldMk cId="240812110" sldId="270"/>
            <ac:spMk id="12" creationId="{49BB7E9A-6937-4BF0-9F51-A20F197B550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1:28.884" v="1938"/>
          <ac:spMkLst>
            <pc:docMk/>
            <pc:sldMk cId="240812110" sldId="270"/>
            <ac:spMk id="14" creationId="{E0939753-89D7-48A8-8441-B9FF25CE8A7E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1:28.884" v="1938"/>
          <ac:spMkLst>
            <pc:docMk/>
            <pc:sldMk cId="240812110" sldId="270"/>
            <ac:spMk id="16" creationId="{9F5CCFC5-858F-4B45-9B10-D49DD0280D2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1:28.884" v="1938"/>
          <ac:spMkLst>
            <pc:docMk/>
            <pc:sldMk cId="240812110" sldId="270"/>
            <ac:spMk id="18" creationId="{2348ECDC-D455-4B71-90F6-2ECC12B7983B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23" creationId="{DA9B8B07-8F81-49AC-8835-B96E502AE60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25" creationId="{FFCE32A8-9023-4233-8069-BD496439E44F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27" creationId="{A0F97ED8-8309-4F86-B4AF-B4CE4380A35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29" creationId="{79579F2F-A4FB-4FC7-879A-E4EAAD7C8249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31" creationId="{519666C0-D5A3-44A4-B225-389ABCB925D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33" creationId="{415E655C-898A-48D1-A2C9-53B3FCA9A690}"/>
          </ac:spMkLst>
        </pc:spChg>
        <pc:spChg chg="add">
          <ac:chgData name="Viktor Vasylyshyn" userId="S::338791@uwr.edu.pl::3d9a075e-c1ab-45e1-8a15-713c1a6f16a2" providerId="AD" clId="Web-{7D2DD571-78C7-4C7F-A05B-9784F1716D28}" dt="2024-01-25T23:32:03.385" v="1947"/>
          <ac:spMkLst>
            <pc:docMk/>
            <pc:sldMk cId="240812110" sldId="270"/>
            <ac:spMk id="38" creationId="{593B4D24-F4A8-4141-A20A-E0575D199633}"/>
          </ac:spMkLst>
        </pc:spChg>
        <pc:grpChg chg="add">
          <ac:chgData name="Viktor Vasylyshyn" userId="S::338791@uwr.edu.pl::3d9a075e-c1ab-45e1-8a15-713c1a6f16a2" providerId="AD" clId="Web-{7D2DD571-78C7-4C7F-A05B-9784F1716D28}" dt="2024-01-25T23:32:03.385" v="1947"/>
          <ac:grpSpMkLst>
            <pc:docMk/>
            <pc:sldMk cId="240812110" sldId="270"/>
            <ac:grpSpMk id="40" creationId="{87E1C41B-894D-4CD4-A72F-447D58381120}"/>
          </ac:grpSpMkLst>
        </pc:grpChg>
        <pc:grpChg chg="add">
          <ac:chgData name="Viktor Vasylyshyn" userId="S::338791@uwr.edu.pl::3d9a075e-c1ab-45e1-8a15-713c1a6f16a2" providerId="AD" clId="Web-{7D2DD571-78C7-4C7F-A05B-9784F1716D28}" dt="2024-01-25T23:32:03.385" v="1947"/>
          <ac:grpSpMkLst>
            <pc:docMk/>
            <pc:sldMk cId="240812110" sldId="270"/>
            <ac:grpSpMk id="45" creationId="{C1E17DE6-43F3-4FD3-9DB8-DDEACF79C2DA}"/>
          </ac:grpSpMkLst>
        </pc:grpChg>
        <pc:picChg chg="add del mod ord">
          <ac:chgData name="Viktor Vasylyshyn" userId="S::338791@uwr.edu.pl::3d9a075e-c1ab-45e1-8a15-713c1a6f16a2" providerId="AD" clId="Web-{7D2DD571-78C7-4C7F-A05B-9784F1716D28}" dt="2024-01-25T23:20:15.596" v="1637"/>
          <ac:picMkLst>
            <pc:docMk/>
            <pc:sldMk cId="240812110" sldId="270"/>
            <ac:picMk id="4" creationId="{2B03E39B-50E9-13F6-4598-A7E799797A50}"/>
          </ac:picMkLst>
        </pc:picChg>
        <pc:picChg chg="add del mod">
          <ac:chgData name="Viktor Vasylyshyn" userId="S::338791@uwr.edu.pl::3d9a075e-c1ab-45e1-8a15-713c1a6f16a2" providerId="AD" clId="Web-{7D2DD571-78C7-4C7F-A05B-9784F1716D28}" dt="2024-01-25T23:28:24.800" v="1934"/>
          <ac:picMkLst>
            <pc:docMk/>
            <pc:sldMk cId="240812110" sldId="270"/>
            <ac:picMk id="7" creationId="{A724C0F1-1A01-FDD9-5228-7F682F8FD853}"/>
          </ac:picMkLst>
        </pc:picChg>
        <pc:picChg chg="add mod ord">
          <ac:chgData name="Viktor Vasylyshyn" userId="S::338791@uwr.edu.pl::3d9a075e-c1ab-45e1-8a15-713c1a6f16a2" providerId="AD" clId="Web-{7D2DD571-78C7-4C7F-A05B-9784F1716D28}" dt="2024-01-25T23:32:29.824" v="1958" actId="1076"/>
          <ac:picMkLst>
            <pc:docMk/>
            <pc:sldMk cId="240812110" sldId="270"/>
            <ac:picMk id="8" creationId="{4F605416-01B0-4165-F03E-7934780ECFC7}"/>
          </ac:picMkLst>
        </pc:picChg>
        <pc:picChg chg="add mod">
          <ac:chgData name="Viktor Vasylyshyn" userId="S::338791@uwr.edu.pl::3d9a075e-c1ab-45e1-8a15-713c1a6f16a2" providerId="AD" clId="Web-{7D2DD571-78C7-4C7F-A05B-9784F1716D28}" dt="2024-01-25T23:32:26.042" v="1955" actId="14100"/>
          <ac:picMkLst>
            <pc:docMk/>
            <pc:sldMk cId="240812110" sldId="270"/>
            <ac:picMk id="9" creationId="{1B452C30-2C3E-F3BD-56E9-3557EB3B7A61}"/>
          </ac:picMkLst>
        </pc:picChg>
      </pc:sldChg>
      <pc:sldChg chg="addSp delSp modSp new mod ord setBg">
        <pc:chgData name="Viktor Vasylyshyn" userId="S::338791@uwr.edu.pl::3d9a075e-c1ab-45e1-8a15-713c1a6f16a2" providerId="AD" clId="Web-{7D2DD571-78C7-4C7F-A05B-9784F1716D28}" dt="2024-01-25T23:26:02.264" v="1932" actId="14100"/>
        <pc:sldMkLst>
          <pc:docMk/>
          <pc:sldMk cId="3765367974" sldId="271"/>
        </pc:sldMkLst>
        <pc:spChg chg="mod">
          <ac:chgData name="Viktor Vasylyshyn" userId="S::338791@uwr.edu.pl::3d9a075e-c1ab-45e1-8a15-713c1a6f16a2" providerId="AD" clId="Web-{7D2DD571-78C7-4C7F-A05B-9784F1716D28}" dt="2024-01-25T23:25:54.655" v="1930" actId="1076"/>
          <ac:spMkLst>
            <pc:docMk/>
            <pc:sldMk cId="3765367974" sldId="271"/>
            <ac:spMk id="2" creationId="{9278B325-8F32-7A28-84FE-2FBB3274993A}"/>
          </ac:spMkLst>
        </pc:spChg>
        <pc:spChg chg="del">
          <ac:chgData name="Viktor Vasylyshyn" userId="S::338791@uwr.edu.pl::3d9a075e-c1ab-45e1-8a15-713c1a6f16a2" providerId="AD" clId="Web-{7D2DD571-78C7-4C7F-A05B-9784F1716D28}" dt="2024-01-25T23:22:11.725" v="1751"/>
          <ac:spMkLst>
            <pc:docMk/>
            <pc:sldMk cId="3765367974" sldId="271"/>
            <ac:spMk id="3" creationId="{EF85343B-71F0-E4AC-C893-1698D5F5518B}"/>
          </ac:spMkLst>
        </pc:spChg>
        <pc:spChg chg="add ord">
          <ac:chgData name="Viktor Vasylyshyn" userId="S::338791@uwr.edu.pl::3d9a075e-c1ab-45e1-8a15-713c1a6f16a2" providerId="AD" clId="Web-{7D2DD571-78C7-4C7F-A05B-9784F1716D28}" dt="2024-01-25T23:25:29.857" v="1923"/>
          <ac:spMkLst>
            <pc:docMk/>
            <pc:sldMk cId="3765367974" sldId="271"/>
            <ac:spMk id="5" creationId="{56AF2537-9F15-99E4-0C10-D41DB43B9C82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22:36.117" v="1755"/>
          <ac:spMkLst>
            <pc:docMk/>
            <pc:sldMk cId="3765367974" sldId="271"/>
            <ac:spMk id="6" creationId="{336E26EC-F079-BF2A-7A51-1F6A504D5CE0}"/>
          </ac:spMkLst>
        </pc:spChg>
        <pc:spChg chg="add ord">
          <ac:chgData name="Viktor Vasylyshyn" userId="S::338791@uwr.edu.pl::3d9a075e-c1ab-45e1-8a15-713c1a6f16a2" providerId="AD" clId="Web-{7D2DD571-78C7-4C7F-A05B-9784F1716D28}" dt="2024-01-25T23:25:29.857" v="1923"/>
          <ac:spMkLst>
            <pc:docMk/>
            <pc:sldMk cId="3765367974" sldId="271"/>
            <ac:spMk id="7" creationId="{2983FB80-8DFA-6371-84D7-D44248F40F8C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23:22:50.648" v="1770"/>
          <ac:spMkLst>
            <pc:docMk/>
            <pc:sldMk cId="3765367974" sldId="271"/>
            <ac:spMk id="8" creationId="{3156FA22-A3A1-D3B9-70DB-25EE894A6D30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22:36.601" v="1761"/>
          <ac:spMkLst>
            <pc:docMk/>
            <pc:sldMk cId="3765367974" sldId="271"/>
            <ac:spMk id="9" creationId="{F80DC331-D415-F3C6-CF2E-5CE80F3DE08D}"/>
          </ac:spMkLst>
        </pc:spChg>
        <pc:spChg chg="add del mod">
          <ac:chgData name="Viktor Vasylyshyn" userId="S::338791@uwr.edu.pl::3d9a075e-c1ab-45e1-8a15-713c1a6f16a2" providerId="AD" clId="Web-{7D2DD571-78C7-4C7F-A05B-9784F1716D28}" dt="2024-01-25T23:22:46.430" v="1767"/>
          <ac:spMkLst>
            <pc:docMk/>
            <pc:sldMk cId="3765367974" sldId="271"/>
            <ac:spMk id="11" creationId="{96767242-5D05-0B30-7BD8-DD85FC420941}"/>
          </ac:spMkLst>
        </pc:spChg>
        <pc:spChg chg="add del">
          <ac:chgData name="Viktor Vasylyshyn" userId="S::338791@uwr.edu.pl::3d9a075e-c1ab-45e1-8a15-713c1a6f16a2" providerId="AD" clId="Web-{7D2DD571-78C7-4C7F-A05B-9784F1716D28}" dt="2024-01-25T23:22:43.617" v="1766"/>
          <ac:spMkLst>
            <pc:docMk/>
            <pc:sldMk cId="3765367974" sldId="271"/>
            <ac:spMk id="12" creationId="{0F991E94-805C-026D-F100-3991722A2E48}"/>
          </ac:spMkLst>
        </pc:spChg>
        <pc:spChg chg="add mod">
          <ac:chgData name="Viktor Vasylyshyn" userId="S::338791@uwr.edu.pl::3d9a075e-c1ab-45e1-8a15-713c1a6f16a2" providerId="AD" clId="Web-{7D2DD571-78C7-4C7F-A05B-9784F1716D28}" dt="2024-01-25T23:26:02.264" v="1932" actId="14100"/>
          <ac:spMkLst>
            <pc:docMk/>
            <pc:sldMk cId="3765367974" sldId="271"/>
            <ac:spMk id="14" creationId="{3F1E5E18-AFD6-D527-1C48-96B1103D7A79}"/>
          </ac:spMkLst>
        </pc:spChg>
        <pc:spChg chg="add">
          <ac:chgData name="Viktor Vasylyshyn" userId="S::338791@uwr.edu.pl::3d9a075e-c1ab-45e1-8a15-713c1a6f16a2" providerId="AD" clId="Web-{7D2DD571-78C7-4C7F-A05B-9784F1716D28}" dt="2024-01-25T23:25:29.857" v="1923"/>
          <ac:spMkLst>
            <pc:docMk/>
            <pc:sldMk cId="3765367974" sldId="271"/>
            <ac:spMk id="19" creationId="{8181FC64-B306-4821-98E2-780662EFC486}"/>
          </ac:spMkLst>
        </pc:spChg>
        <pc:spChg chg="add">
          <ac:chgData name="Viktor Vasylyshyn" userId="S::338791@uwr.edu.pl::3d9a075e-c1ab-45e1-8a15-713c1a6f16a2" providerId="AD" clId="Web-{7D2DD571-78C7-4C7F-A05B-9784F1716D28}" dt="2024-01-25T23:25:29.857" v="1923"/>
          <ac:spMkLst>
            <pc:docMk/>
            <pc:sldMk cId="3765367974" sldId="271"/>
            <ac:spMk id="21" creationId="{BC0385E9-02B2-4941-889A-EAD43F5BB0A3}"/>
          </ac:spMkLst>
        </pc:spChg>
        <pc:spChg chg="add">
          <ac:chgData name="Viktor Vasylyshyn" userId="S::338791@uwr.edu.pl::3d9a075e-c1ab-45e1-8a15-713c1a6f16a2" providerId="AD" clId="Web-{7D2DD571-78C7-4C7F-A05B-9784F1716D28}" dt="2024-01-25T23:25:29.857" v="1923"/>
          <ac:spMkLst>
            <pc:docMk/>
            <pc:sldMk cId="3765367974" sldId="271"/>
            <ac:spMk id="23" creationId="{829A1E2C-5AC8-40FC-99E9-832069D39792}"/>
          </ac:spMkLst>
        </pc:spChg>
        <pc:spChg chg="add">
          <ac:chgData name="Viktor Vasylyshyn" userId="S::338791@uwr.edu.pl::3d9a075e-c1ab-45e1-8a15-713c1a6f16a2" providerId="AD" clId="Web-{7D2DD571-78C7-4C7F-A05B-9784F1716D28}" dt="2024-01-25T23:25:29.857" v="1923"/>
          <ac:spMkLst>
            <pc:docMk/>
            <pc:sldMk cId="3765367974" sldId="271"/>
            <ac:spMk id="25" creationId="{55C54A75-E44A-4147-B9D0-FF46CFD31612}"/>
          </ac:spMkLst>
        </pc:spChg>
        <pc:picChg chg="add del mod ord">
          <ac:chgData name="Viktor Vasylyshyn" userId="S::338791@uwr.edu.pl::3d9a075e-c1ab-45e1-8a15-713c1a6f16a2" providerId="AD" clId="Web-{7D2DD571-78C7-4C7F-A05B-9784F1716D28}" dt="2024-01-25T23:22:40.164" v="1764"/>
          <ac:picMkLst>
            <pc:docMk/>
            <pc:sldMk cId="3765367974" sldId="271"/>
            <ac:picMk id="4" creationId="{AA7E4C2F-07AE-EA2B-787A-F0B847B82BAA}"/>
          </ac:picMkLst>
        </pc:picChg>
        <pc:picChg chg="add mod ord">
          <ac:chgData name="Viktor Vasylyshyn" userId="S::338791@uwr.edu.pl::3d9a075e-c1ab-45e1-8a15-713c1a6f16a2" providerId="AD" clId="Web-{7D2DD571-78C7-4C7F-A05B-9784F1716D28}" dt="2024-01-25T23:25:50.217" v="1929" actId="1076"/>
          <ac:picMkLst>
            <pc:docMk/>
            <pc:sldMk cId="3765367974" sldId="271"/>
            <ac:picMk id="13" creationId="{03A28F11-1BC4-05B3-57F8-553DC5E90F72}"/>
          </ac:picMkLst>
        </pc:picChg>
      </pc:sldChg>
      <pc:sldMasterChg chg="add del addSldLayout delSldLayout">
        <pc:chgData name="Viktor Vasylyshyn" userId="S::338791@uwr.edu.pl::3d9a075e-c1ab-45e1-8a15-713c1a6f16a2" providerId="AD" clId="Web-{7D2DD571-78C7-4C7F-A05B-9784F1716D28}" dt="2024-01-25T00:55:18.582" v="47"/>
        <pc:sldMasterMkLst>
          <pc:docMk/>
          <pc:sldMasterMk cId="3926633689" sldId="2147483648"/>
        </pc:sldMasterMkLst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3391757436" sldId="214748364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967380084" sldId="214748365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13234121" sldId="214748365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3883036252" sldId="214748365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961808292" sldId="214748365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1544797292" sldId="214748365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1850839136" sldId="214748365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2715530444" sldId="214748365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3024906009" sldId="214748365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2454508176" sldId="214748365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3926633689" sldId="2147483648"/>
            <pc:sldLayoutMk cId="1340386666" sldId="2147483659"/>
          </pc:sldLayoutMkLst>
        </pc:sldLayoutChg>
      </pc:sldMasterChg>
      <pc:sldMasterChg chg="add del replId addSldLayout delSldLayout">
        <pc:chgData name="Viktor Vasylyshyn" userId="S::338791@uwr.edu.pl::3d9a075e-c1ab-45e1-8a15-713c1a6f16a2" providerId="AD" clId="Web-{7D2DD571-78C7-4C7F-A05B-9784F1716D28}" dt="2024-01-25T00:53:10.517" v="11"/>
        <pc:sldMasterMkLst>
          <pc:docMk/>
          <pc:sldMasterMk cId="1726043314" sldId="2147483660"/>
        </pc:sldMasterMkLst>
        <pc:sldLayoutChg chg="add del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3858090133" sldId="2147483661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1164272123" sldId="2147483662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3085543609" sldId="2147483663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3356536533" sldId="2147483664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2385656559" sldId="2147483665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2262153441" sldId="2147483666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1904674095" sldId="2147483667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2504382439" sldId="2147483668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1027199627" sldId="2147483669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2898839453" sldId="2147483670"/>
          </pc:sldLayoutMkLst>
        </pc:sldLayoutChg>
        <pc:sldLayoutChg chg="add del replId">
          <pc:chgData name="Viktor Vasylyshyn" userId="S::338791@uwr.edu.pl::3d9a075e-c1ab-45e1-8a15-713c1a6f16a2" providerId="AD" clId="Web-{7D2DD571-78C7-4C7F-A05B-9784F1716D28}" dt="2024-01-25T00:53:10.517" v="11"/>
          <pc:sldLayoutMkLst>
            <pc:docMk/>
            <pc:sldMasterMk cId="1726043314" sldId="2147483660"/>
            <pc:sldLayoutMk cId="860590145" sldId="2147483671"/>
          </pc:sldLayoutMkLst>
        </pc:sldLayoutChg>
      </pc:sldMasterChg>
      <pc:sldMasterChg chg="add replId addSldLayout">
        <pc:chgData name="Viktor Vasylyshyn" userId="S::338791@uwr.edu.pl::3d9a075e-c1ab-45e1-8a15-713c1a6f16a2" providerId="AD" clId="Web-{7D2DD571-78C7-4C7F-A05B-9784F1716D28}" dt="2024-01-25T00:55:18.582" v="47"/>
        <pc:sldMasterMkLst>
          <pc:docMk/>
          <pc:sldMasterMk cId="2966209063" sldId="2147483660"/>
        </pc:sldMasterMkLst>
        <pc:sldLayoutChg chg="ad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179015556" sldId="2147483661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4153856980" sldId="2147483662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1145934083" sldId="2147483663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1976159318" sldId="2147483664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2434230697" sldId="2147483665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696789397" sldId="2147483666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3268023617" sldId="2147483667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25934881" sldId="2147483668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3564097161" sldId="2147483669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3563137735" sldId="2147483670"/>
          </pc:sldLayoutMkLst>
        </pc:sldLayoutChg>
        <pc:sldLayoutChg chg="add replId">
          <pc:chgData name="Viktor Vasylyshyn" userId="S::338791@uwr.edu.pl::3d9a075e-c1ab-45e1-8a15-713c1a6f16a2" providerId="AD" clId="Web-{7D2DD571-78C7-4C7F-A05B-9784F1716D28}" dt="2024-01-25T00:55:18.582" v="47"/>
          <pc:sldLayoutMkLst>
            <pc:docMk/>
            <pc:sldMasterMk cId="2966209063" sldId="2147483660"/>
            <pc:sldLayoutMk cId="1116055890" sldId="2147483671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3:31.798" v="17"/>
        <pc:sldMasterMkLst>
          <pc:docMk/>
          <pc:sldMasterMk cId="1001451567" sldId="2147483673"/>
        </pc:sldMasterMkLst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3409145824" sldId="214748366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2995416144" sldId="214748366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1629418808" sldId="214748366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4210869339" sldId="214748366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991574697" sldId="214748366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3339340944" sldId="214748366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2713006764" sldId="214748366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4280114447" sldId="214748366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1897736627" sldId="214748367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2931980896" sldId="214748367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3:31.798" v="17"/>
          <pc:sldLayoutMkLst>
            <pc:docMk/>
            <pc:sldMasterMk cId="1001451567" sldId="2147483673"/>
            <pc:sldLayoutMk cId="2685607175" sldId="2147483672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4:08.815" v="36"/>
        <pc:sldMasterMkLst>
          <pc:docMk/>
          <pc:sldMasterMk cId="609555727" sldId="2147483699"/>
        </pc:sldMasterMkLst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1410400501" sldId="214748368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726007917" sldId="214748368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3955455275" sldId="214748369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338771119" sldId="214748369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298577260" sldId="214748369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2708497305" sldId="214748369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3479259776" sldId="214748369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580516122" sldId="214748369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4060893945" sldId="214748369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421624000" sldId="214748369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08.815" v="36"/>
          <pc:sldLayoutMkLst>
            <pc:docMk/>
            <pc:sldMasterMk cId="609555727" sldId="2147483699"/>
            <pc:sldLayoutMk cId="3929252283" sldId="2147483698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4:17.971" v="38"/>
        <pc:sldMasterMkLst>
          <pc:docMk/>
          <pc:sldMasterMk cId="1690936604" sldId="2147483712"/>
        </pc:sldMasterMkLst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2697177642" sldId="214748370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2414092445" sldId="214748370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16569320" sldId="214748370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1706604809" sldId="214748370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3248633522" sldId="214748370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1875763503" sldId="214748370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4199788727" sldId="214748370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3484224104" sldId="214748370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4143384918" sldId="214748370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3691119517" sldId="214748371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17.971" v="38"/>
          <pc:sldLayoutMkLst>
            <pc:docMk/>
            <pc:sldMasterMk cId="1690936604" sldId="2147483712"/>
            <pc:sldLayoutMk cId="2624174345" sldId="2147483711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4:30.846" v="42"/>
        <pc:sldMasterMkLst>
          <pc:docMk/>
          <pc:sldMasterMk cId="3435913518" sldId="2147483713"/>
        </pc:sldMasterMkLst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3043219092" sldId="214748370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3449459828" sldId="214748370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3280706587" sldId="214748370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2173878183" sldId="214748370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4218488382" sldId="214748370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60999992" sldId="214748370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3187270936" sldId="214748370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2473780054" sldId="214748370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1516758940" sldId="214748371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1144537260" sldId="214748371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0.846" v="42"/>
          <pc:sldLayoutMkLst>
            <pc:docMk/>
            <pc:sldMasterMk cId="3435913518" sldId="2147483713"/>
            <pc:sldLayoutMk cId="2064533592" sldId="2147483712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4:26.331" v="40"/>
        <pc:sldMasterMkLst>
          <pc:docMk/>
          <pc:sldMasterMk cId="1050969455" sldId="2147483738"/>
        </pc:sldMasterMkLst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3651959255" sldId="214748372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457871983" sldId="214748372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1170872901" sldId="214748372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1835611593" sldId="214748373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4037418452" sldId="214748373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4278102411" sldId="214748373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3220408601" sldId="214748373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3396584867" sldId="214748373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70804572" sldId="214748373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599701494" sldId="214748373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26.331" v="40"/>
          <pc:sldLayoutMkLst>
            <pc:docMk/>
            <pc:sldMasterMk cId="1050969455" sldId="2147483738"/>
            <pc:sldLayoutMk cId="2577968183" sldId="2147483737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5:18.535" v="46"/>
        <pc:sldMasterMkLst>
          <pc:docMk/>
          <pc:sldMasterMk cId="4228119429" sldId="2147483739"/>
        </pc:sldMasterMkLst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3299551194" sldId="214748372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1358963461" sldId="214748372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2352892194" sldId="214748373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1945418480" sldId="214748373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524036381" sldId="214748373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4093323334" sldId="214748373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2827038431" sldId="214748373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3662959193" sldId="214748373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2523518038" sldId="214748373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3786734815" sldId="214748373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5:18.535" v="46"/>
          <pc:sldLayoutMkLst>
            <pc:docMk/>
            <pc:sldMasterMk cId="4228119429" sldId="2147483739"/>
            <pc:sldLayoutMk cId="103446516" sldId="2147483738"/>
          </pc:sldLayoutMkLst>
        </pc:sldLayoutChg>
      </pc:sldMasterChg>
      <pc:sldMasterChg chg="add del addSldLayout delSldLayout">
        <pc:chgData name="Viktor Vasylyshyn" userId="S::338791@uwr.edu.pl::3d9a075e-c1ab-45e1-8a15-713c1a6f16a2" providerId="AD" clId="Web-{7D2DD571-78C7-4C7F-A05B-9784F1716D28}" dt="2024-01-25T00:54:35.018" v="44"/>
        <pc:sldMasterMkLst>
          <pc:docMk/>
          <pc:sldMasterMk cId="3955581827" sldId="2147483752"/>
        </pc:sldMasterMkLst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617877356" sldId="2147483741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314754190" sldId="2147483742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4107681837" sldId="2147483743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3979890734" sldId="2147483744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2355929022" sldId="2147483745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508363830" sldId="2147483746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2177319594" sldId="2147483747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2228622670" sldId="2147483748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3397557143" sldId="2147483749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3364854265" sldId="2147483750"/>
          </pc:sldLayoutMkLst>
        </pc:sldLayoutChg>
        <pc:sldLayoutChg chg="add del">
          <pc:chgData name="Viktor Vasylyshyn" userId="S::338791@uwr.edu.pl::3d9a075e-c1ab-45e1-8a15-713c1a6f16a2" providerId="AD" clId="Web-{7D2DD571-78C7-4C7F-A05B-9784F1716D28}" dt="2024-01-25T00:54:35.018" v="44"/>
          <pc:sldLayoutMkLst>
            <pc:docMk/>
            <pc:sldMasterMk cId="3955581827" sldId="2147483752"/>
            <pc:sldLayoutMk cId="2673043406" sldId="2147483751"/>
          </pc:sldLayoutMkLst>
        </pc:sldLayoutChg>
      </pc:sldMasterChg>
    </pc:docChg>
  </pc:docChgLst>
  <pc:docChgLst>
    <pc:chgData name="Viktor Vasylyshyn" userId="S::338791@uwr.edu.pl::3d9a075e-c1ab-45e1-8a15-713c1a6f16a2" providerId="AD" clId="Web-{52C9C002-9C90-E371-DF3B-7A772D154C77}"/>
    <pc:docChg chg="addSld modSld sldOrd">
      <pc:chgData name="Viktor Vasylyshyn" userId="S::338791@uwr.edu.pl::3d9a075e-c1ab-45e1-8a15-713c1a6f16a2" providerId="AD" clId="Web-{52C9C002-9C90-E371-DF3B-7A772D154C77}" dt="2024-01-25T23:40:54.476" v="87" actId="20577"/>
      <pc:docMkLst>
        <pc:docMk/>
      </pc:docMkLst>
      <pc:sldChg chg="modSp">
        <pc:chgData name="Viktor Vasylyshyn" userId="S::338791@uwr.edu.pl::3d9a075e-c1ab-45e1-8a15-713c1a6f16a2" providerId="AD" clId="Web-{52C9C002-9C90-E371-DF3B-7A772D154C77}" dt="2024-01-25T23:34:58.383" v="7" actId="20577"/>
        <pc:sldMkLst>
          <pc:docMk/>
          <pc:sldMk cId="339095135" sldId="257"/>
        </pc:sldMkLst>
        <pc:spChg chg="mod">
          <ac:chgData name="Viktor Vasylyshyn" userId="S::338791@uwr.edu.pl::3d9a075e-c1ab-45e1-8a15-713c1a6f16a2" providerId="AD" clId="Web-{52C9C002-9C90-E371-DF3B-7A772D154C77}" dt="2024-01-25T23:34:58.383" v="7" actId="20577"/>
          <ac:spMkLst>
            <pc:docMk/>
            <pc:sldMk cId="339095135" sldId="257"/>
            <ac:spMk id="3" creationId="{6ED71B56-BA60-D9DB-B2CC-D8D04E04DA18}"/>
          </ac:spMkLst>
        </pc:spChg>
      </pc:sldChg>
      <pc:sldChg chg="ord">
        <pc:chgData name="Viktor Vasylyshyn" userId="S::338791@uwr.edu.pl::3d9a075e-c1ab-45e1-8a15-713c1a6f16a2" providerId="AD" clId="Web-{52C9C002-9C90-E371-DF3B-7A772D154C77}" dt="2024-01-25T23:34:58.914" v="8"/>
        <pc:sldMkLst>
          <pc:docMk/>
          <pc:sldMk cId="4190766984" sldId="262"/>
        </pc:sldMkLst>
      </pc:sldChg>
      <pc:sldChg chg="modSp">
        <pc:chgData name="Viktor Vasylyshyn" userId="S::338791@uwr.edu.pl::3d9a075e-c1ab-45e1-8a15-713c1a6f16a2" providerId="AD" clId="Web-{52C9C002-9C90-E371-DF3B-7A772D154C77}" dt="2024-01-25T23:33:22.707" v="0"/>
        <pc:sldMkLst>
          <pc:docMk/>
          <pc:sldMk cId="240812110" sldId="270"/>
        </pc:sldMkLst>
        <pc:picChg chg="ord">
          <ac:chgData name="Viktor Vasylyshyn" userId="S::338791@uwr.edu.pl::3d9a075e-c1ab-45e1-8a15-713c1a6f16a2" providerId="AD" clId="Web-{52C9C002-9C90-E371-DF3B-7A772D154C77}" dt="2024-01-25T23:33:22.707" v="0"/>
          <ac:picMkLst>
            <pc:docMk/>
            <pc:sldMk cId="240812110" sldId="270"/>
            <ac:picMk id="9" creationId="{1B452C30-2C3E-F3BD-56E9-3557EB3B7A61}"/>
          </ac:picMkLst>
        </pc:picChg>
      </pc:sldChg>
      <pc:sldChg chg="modSp new">
        <pc:chgData name="Viktor Vasylyshyn" userId="S::338791@uwr.edu.pl::3d9a075e-c1ab-45e1-8a15-713c1a6f16a2" providerId="AD" clId="Web-{52C9C002-9C90-E371-DF3B-7A772D154C77}" dt="2024-01-25T23:40:54.476" v="87" actId="20577"/>
        <pc:sldMkLst>
          <pc:docMk/>
          <pc:sldMk cId="3680228869" sldId="272"/>
        </pc:sldMkLst>
        <pc:spChg chg="mod">
          <ac:chgData name="Viktor Vasylyshyn" userId="S::338791@uwr.edu.pl::3d9a075e-c1ab-45e1-8a15-713c1a6f16a2" providerId="AD" clId="Web-{52C9C002-9C90-E371-DF3B-7A772D154C77}" dt="2024-01-25T23:36:02.916" v="31" actId="20577"/>
          <ac:spMkLst>
            <pc:docMk/>
            <pc:sldMk cId="3680228869" sldId="272"/>
            <ac:spMk id="2" creationId="{4B88147E-0CFF-CFCC-6B6B-8B4C536DA099}"/>
          </ac:spMkLst>
        </pc:spChg>
        <pc:spChg chg="mod">
          <ac:chgData name="Viktor Vasylyshyn" userId="S::338791@uwr.edu.pl::3d9a075e-c1ab-45e1-8a15-713c1a6f16a2" providerId="AD" clId="Web-{52C9C002-9C90-E371-DF3B-7A772D154C77}" dt="2024-01-25T23:40:54.476" v="87" actId="20577"/>
          <ac:spMkLst>
            <pc:docMk/>
            <pc:sldMk cId="3680228869" sldId="272"/>
            <ac:spMk id="3" creationId="{701DF8EE-3C8D-194B-BB3B-4A9CDC7E37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1/25/2024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055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1/25/2024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3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1/25/2024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9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1/25/2024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1/25/2024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802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1/25/2024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3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1/25/2024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5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1/25/2024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3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5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1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0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r>
              <a:rPr lang="pl-PL">
                <a:cs typeface="Calibri Light"/>
              </a:rPr>
              <a:t>Projekt w C++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524024" cy="1576188"/>
          </a:xfrm>
        </p:spPr>
        <p:txBody>
          <a:bodyPr anchor="t">
            <a:normAutofit/>
          </a:bodyPr>
          <a:lstStyle/>
          <a:p>
            <a:r>
              <a:rPr lang="pl-PL" err="1">
                <a:ea typeface="Meiryo"/>
              </a:rPr>
              <a:t>Vasylyshyn</a:t>
            </a:r>
            <a:r>
              <a:rPr lang="pl-PL">
                <a:ea typeface="Meiryo"/>
              </a:rPr>
              <a:t> Viktor</a:t>
            </a:r>
            <a:endParaRPr lang="pl-PL"/>
          </a:p>
        </p:txBody>
      </p:sp>
      <p:sp>
        <p:nvSpPr>
          <p:cNvPr id="64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6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67" name="Picture 3" descr="Metalowe elementy do gry w kółko i krzyżyk">
            <a:extLst>
              <a:ext uri="{FF2B5EF4-FFF2-40B4-BE49-F238E27FC236}">
                <a16:creationId xmlns:a16="http://schemas.microsoft.com/office/drawing/2014/main" id="{37B9FDA6-AD1E-9B31-46B9-7A3772ED9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28" r="28513" b="2"/>
          <a:stretch/>
        </p:blipFill>
        <p:spPr>
          <a:xfrm>
            <a:off x="6854604" y="10"/>
            <a:ext cx="5337396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20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C4CE3C4-3600-4353-9FE1-B32D06BE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C7B40B-C046-6582-4FBF-C0F949C3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185645" cy="1639888"/>
          </a:xfrm>
        </p:spPr>
        <p:txBody>
          <a:bodyPr anchor="b">
            <a:normAutofit/>
          </a:bodyPr>
          <a:lstStyle/>
          <a:p>
            <a:r>
              <a:rPr lang="pl-PL">
                <a:ea typeface="Meiryo"/>
              </a:rPr>
              <a:t>Plan prezentacji  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D71B56-BA60-D9DB-B2CC-D8D04E04D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96964" cy="3651250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Nazwa aplikacji 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Technologie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+mn-lt"/>
                <a:cs typeface="+mn-lt"/>
              </a:rPr>
              <a:t>Funkcjonalności</a:t>
            </a:r>
            <a:endParaRPr lang="pl-PL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Zrealizowane funkcjonalności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Przedstawienie interfejsu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Niezrealizowane </a:t>
            </a:r>
            <a:r>
              <a:rPr lang="pl-PL">
                <a:ea typeface="+mn-lt"/>
                <a:cs typeface="+mn-lt"/>
              </a:rPr>
              <a:t>funkcjonalności</a:t>
            </a:r>
            <a:endParaRPr lang="pl-PL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Repozytorium GitHub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endParaRPr lang="pl-PL">
              <a:ea typeface="Meiryo"/>
            </a:endParaRPr>
          </a:p>
        </p:txBody>
      </p:sp>
      <p:pic>
        <p:nvPicPr>
          <p:cNvPr id="7" name="Graphic 6" descr="Znacznik wyboru">
            <a:extLst>
              <a:ext uri="{FF2B5EF4-FFF2-40B4-BE49-F238E27FC236}">
                <a16:creationId xmlns:a16="http://schemas.microsoft.com/office/drawing/2014/main" id="{34A86F1B-B687-3B9E-B633-C15E48952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7967" y="1934660"/>
            <a:ext cx="2988679" cy="29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02296" y="1287887"/>
            <a:ext cx="4523890" cy="418719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51182" y="1382922"/>
            <a:ext cx="4174735" cy="3941951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6733248" y="1097468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FF164EE-C92F-93FA-D973-34669402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0501" y="1847596"/>
            <a:ext cx="3459760" cy="218639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3600"/>
              <a:t>Nazwa Aplikacji  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683B97-C672-CB52-8849-2F5C1E7F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5676" y="4033989"/>
            <a:ext cx="2929408" cy="678633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300"/>
              <a:t>Aplikacja nazywa się Group Organizer </a:t>
            </a:r>
          </a:p>
        </p:txBody>
      </p:sp>
      <p:pic>
        <p:nvPicPr>
          <p:cNvPr id="4" name="Obraz 3" descr="Obraz zawierający krąg, Grafika, Jaskrawoniebieski, clipart&#10;&#10;Opis wygenerowany automatycznie">
            <a:extLst>
              <a:ext uri="{FF2B5EF4-FFF2-40B4-BE49-F238E27FC236}">
                <a16:creationId xmlns:a16="http://schemas.microsoft.com/office/drawing/2014/main" id="{FA86326C-19A1-79B8-1CBE-12E3A88B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84" y="957869"/>
            <a:ext cx="4943233" cy="494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1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4F310-86D1-1794-E846-E5557966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BF8529-25F0-BF5A-4968-92DA8861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>
                <a:ea typeface="Meiryo"/>
              </a:rPr>
              <a:t>Technologie  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C1A7038-FF28-7BBA-4EE8-6C4A38E38FD2}"/>
              </a:ext>
            </a:extLst>
          </p:cNvPr>
          <p:cNvSpPr txBox="1"/>
          <p:nvPr/>
        </p:nvSpPr>
        <p:spPr>
          <a:xfrm>
            <a:off x="711398" y="5208984"/>
            <a:ext cx="34694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solidFill>
                  <a:srgbClr val="404040"/>
                </a:solidFill>
                <a:ea typeface="+mn-lt"/>
                <a:cs typeface="+mn-lt"/>
              </a:rPr>
              <a:t>Język programowania C++</a:t>
            </a:r>
            <a:endParaRPr lang="pl-PL"/>
          </a:p>
        </p:txBody>
      </p:sp>
      <p:pic>
        <p:nvPicPr>
          <p:cNvPr id="6" name="Obraz 5" descr="Obraz zawierający Grafika, krąg, symbol, zrzut ekranu&#10;&#10;Opis wygenerowany automatycznie">
            <a:extLst>
              <a:ext uri="{FF2B5EF4-FFF2-40B4-BE49-F238E27FC236}">
                <a16:creationId xmlns:a16="http://schemas.microsoft.com/office/drawing/2014/main" id="{355317C2-F1BF-4AAA-82FE-DB407CDB2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84" y="3133725"/>
            <a:ext cx="1612384" cy="1793082"/>
          </a:xfrm>
          <a:prstGeom prst="rect">
            <a:avLst/>
          </a:prstGeom>
        </p:spPr>
      </p:pic>
      <p:pic>
        <p:nvPicPr>
          <p:cNvPr id="10" name="Obraz 9" descr="Obraz zawierający logo, Grafika, Czcionka, clipart&#10;&#10;Opis wygenerowany automatycznie">
            <a:extLst>
              <a:ext uri="{FF2B5EF4-FFF2-40B4-BE49-F238E27FC236}">
                <a16:creationId xmlns:a16="http://schemas.microsoft.com/office/drawing/2014/main" id="{55569817-706C-D139-FE8E-7A8365F6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385" y="3394472"/>
            <a:ext cx="2981325" cy="1533525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7B33F88-5300-2C7F-6A8C-0F39C3179CB4}"/>
              </a:ext>
            </a:extLst>
          </p:cNvPr>
          <p:cNvSpPr txBox="1"/>
          <p:nvPr/>
        </p:nvSpPr>
        <p:spPr>
          <a:xfrm>
            <a:off x="4595812" y="521196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solidFill>
                  <a:srgbClr val="404040"/>
                </a:solidFill>
                <a:ea typeface="+mn-lt"/>
                <a:cs typeface="+mn-lt"/>
              </a:rPr>
              <a:t>Baza Danych MySQL</a:t>
            </a:r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41AAF6A-E7A7-957A-C087-67C547703E3B}"/>
              </a:ext>
            </a:extLst>
          </p:cNvPr>
          <p:cNvSpPr txBox="1"/>
          <p:nvPr/>
        </p:nvSpPr>
        <p:spPr>
          <a:xfrm>
            <a:off x="8218289" y="5075038"/>
            <a:ext cx="34337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ea typeface="Meiryo"/>
              </a:rPr>
              <a:t>Windows </a:t>
            </a:r>
            <a:r>
              <a:rPr lang="pl-PL" err="1">
                <a:ea typeface="Meiryo"/>
              </a:rPr>
              <a:t>Forms</a:t>
            </a:r>
            <a:r>
              <a:rPr lang="pl-PL">
                <a:ea typeface="Meiryo"/>
              </a:rPr>
              <a:t> .Net z interfejsem dla użytkownika</a:t>
            </a:r>
            <a:endParaRPr lang="pl-PL"/>
          </a:p>
        </p:txBody>
      </p:sp>
      <p:pic>
        <p:nvPicPr>
          <p:cNvPr id="15" name="Obraz 14" descr="Obraz zawierający Czcionka, Grafika, tekst, logo&#10;&#10;Opis wygenerowany automatycznie">
            <a:extLst>
              <a:ext uri="{FF2B5EF4-FFF2-40B4-BE49-F238E27FC236}">
                <a16:creationId xmlns:a16="http://schemas.microsoft.com/office/drawing/2014/main" id="{AA66E996-7A63-C258-A6F5-55218675F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047" y="3328393"/>
            <a:ext cx="3131345" cy="15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6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12956A-9695-1F96-2610-AE3F600F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Meiryo"/>
              </a:rPr>
              <a:t>Funkcjonalności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E885B2-F75C-1D8D-3E39-C5F702A4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115" y="2336089"/>
            <a:ext cx="10342195" cy="4211097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Stworzenie/usuwanie grupy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Dodawanie/usuwanie użytkowników do grupy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Edycja oraz podgląd informacji o konkretnym użytkowniku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Okno eventów grupy (w konkretnym evencie biorą udział wszystkie użytkownicy konkretnej grupy)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Stworzenie/edycja/usuwanie eventu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Widok konkretnego eventu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r>
              <a:rPr lang="pl-PL">
                <a:ea typeface="Meiryo"/>
              </a:rPr>
              <a:t>Dodatkowo mamy możliwość zaznaczenia obowiązku jako wykonanego</a:t>
            </a:r>
          </a:p>
          <a:p>
            <a:pPr marL="285750" indent="-285750">
              <a:buFont typeface="Arial" panose="020B0503020204020204" pitchFamily="34" charset="0"/>
              <a:buChar char="•"/>
            </a:pPr>
            <a:endParaRPr lang="pl-PL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endParaRPr lang="pl-PL">
              <a:ea typeface="Meiryo"/>
            </a:endParaRPr>
          </a:p>
          <a:p>
            <a:pPr marL="285750" indent="-285750">
              <a:buFont typeface="Arial" panose="020B0503020204020204" pitchFamily="34" charset="0"/>
              <a:buChar char="•"/>
            </a:pPr>
            <a:endParaRPr lang="pl-PL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44973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A9B806-1A86-5B61-465E-93252AC21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US" err="1">
                <a:latin typeface="Segoe UI"/>
                <a:cs typeface="Segoe UI"/>
              </a:rPr>
              <a:t>Zrealizowane</a:t>
            </a:r>
            <a:r>
              <a:rPr lang="en-US">
                <a:latin typeface="Segoe UI"/>
                <a:cs typeface="Segoe UI"/>
              </a:rPr>
              <a:t> </a:t>
            </a:r>
            <a:endParaRPr lang="en-US" b="0">
              <a:latin typeface="Segoe UI"/>
              <a:cs typeface="Segoe UI"/>
            </a:endParaRPr>
          </a:p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US" err="1">
                <a:latin typeface="Segoe UI"/>
                <a:cs typeface="Segoe UI"/>
              </a:rPr>
              <a:t>funkcjonalności</a:t>
            </a:r>
            <a:r>
              <a:rPr lang="en-US">
                <a:latin typeface="Segoe UI"/>
                <a:cs typeface="Segoe UI"/>
              </a:rPr>
              <a:t>:</a:t>
            </a:r>
            <a:endParaRPr lang="en-US"/>
          </a:p>
        </p:txBody>
      </p:sp>
      <p:pic>
        <p:nvPicPr>
          <p:cNvPr id="10" name="Symbol zastępczy zawartości 9" descr="Obraz zawierający tekst, zrzut ekranu, oprogramowanie, Czcionka&#10;&#10;Opis wygenerowany automatycznie">
            <a:extLst>
              <a:ext uri="{FF2B5EF4-FFF2-40B4-BE49-F238E27FC236}">
                <a16:creationId xmlns:a16="http://schemas.microsoft.com/office/drawing/2014/main" id="{34A9AF69-9921-2475-5571-A9B28039D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" y="524397"/>
            <a:ext cx="6479357" cy="564251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45615AF-E951-8A54-D0F8-FC1FFD2D6FB7}"/>
              </a:ext>
            </a:extLst>
          </p:cNvPr>
          <p:cNvSpPr txBox="1"/>
          <p:nvPr/>
        </p:nvSpPr>
        <p:spPr>
          <a:xfrm>
            <a:off x="7657106" y="3220279"/>
            <a:ext cx="3880487" cy="2385392"/>
          </a:xfrm>
          <a:prstGeom prst="rect">
            <a:avLst/>
          </a:prstGeom>
        </p:spPr>
        <p:txBody>
          <a:bodyPr rot="0" spcFirstLastPara="0" vertOverflow="overflow" horzOverflow="overflow" vert="horz" lIns="109728" tIns="109728" rIns="109728" bIns="9144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b="1" spc="15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>
              <a:lnSpc>
                <a:spcPct val="140000"/>
              </a:lnSpc>
              <a:spcBef>
                <a:spcPts val="930"/>
              </a:spcBef>
            </a:pPr>
            <a:r>
              <a:rPr lang="en-US" sz="1700" b="1" spc="15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Stworzenie</a:t>
            </a:r>
            <a:r>
              <a:rPr lang="en-US" sz="1700" b="1" spc="1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1700" b="1" spc="15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oraz</a:t>
            </a:r>
            <a:r>
              <a:rPr lang="en-US" sz="1700" b="1" spc="1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1700" b="1" spc="15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usuwanie</a:t>
            </a:r>
            <a:r>
              <a:rPr lang="en-US" sz="1700" b="1" spc="15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1700" b="1" spc="15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grupy</a:t>
            </a:r>
            <a:endParaRPr lang="en-US" sz="170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700" b="1" spc="150">
              <a:solidFill>
                <a:schemeClr val="tx1">
                  <a:lumMod val="75000"/>
                  <a:lumOff val="25000"/>
                </a:schemeClr>
              </a:solidFill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4331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DA95628-CF7B-B798-6BAA-B3736D580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513" y="209579"/>
            <a:ext cx="8394306" cy="150282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Dodawanie/Usuwanie użytkownika</a:t>
            </a:r>
          </a:p>
        </p:txBody>
      </p:sp>
      <p:pic>
        <p:nvPicPr>
          <p:cNvPr id="6" name="Obraz 5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E08C5336-DAE1-625B-713B-431A23693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8" y="1914766"/>
            <a:ext cx="5738710" cy="4753127"/>
          </a:xfrm>
          <a:prstGeom prst="rect">
            <a:avLst/>
          </a:prstGeom>
        </p:spPr>
      </p:pic>
      <p:pic>
        <p:nvPicPr>
          <p:cNvPr id="4" name="Symbol zastępczy zawartości 3" descr="Obraz zawierający tekst, zrzut ekranu, oprogramowanie, wyświetlacz&#10;&#10;Opis wygenerowany automatycznie">
            <a:extLst>
              <a:ext uri="{FF2B5EF4-FFF2-40B4-BE49-F238E27FC236}">
                <a16:creationId xmlns:a16="http://schemas.microsoft.com/office/drawing/2014/main" id="{71FB7754-9E18-D312-0AD0-B9EC36B98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2449" y="1914788"/>
            <a:ext cx="5412056" cy="474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95C54-BCA6-9043-37C2-B115A671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E42CF85-CB15-CA55-9307-6A6AC086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110" y="4312358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pl-PL">
                <a:latin typeface="Meiryo"/>
                <a:ea typeface="Meiryo"/>
                <a:cs typeface="Arial"/>
              </a:rPr>
              <a:t>Edycja oraz podgląd użytkownika</a:t>
            </a:r>
            <a:endParaRPr lang="pl-PL">
              <a:ea typeface="Meiryo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E1C41B-894D-4CD4-A72F-447D58381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34197" y="341627"/>
            <a:ext cx="4205424" cy="3304046"/>
            <a:chOff x="-843692" y="341627"/>
            <a:chExt cx="4205424" cy="3304046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189BC6F-A9FF-4975-8CE3-218544F8D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538605" y="540689"/>
              <a:ext cx="3559978" cy="2805008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1B7CCCA-6F84-4386-BF50-418B1B0F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680181" y="421418"/>
              <a:ext cx="3943847" cy="3117733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B12BF7D-C8BE-4AB1-A376-FF940A35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843692" y="341627"/>
              <a:ext cx="4205424" cy="3304046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1E17DE6-43F3-4FD3-9DB8-DDEACF79C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65701" y="341627"/>
            <a:ext cx="4205424" cy="3304046"/>
            <a:chOff x="3960566" y="341627"/>
            <a:chExt cx="4205424" cy="3304046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719801E-A6E2-4F88-BB91-2A71DBC47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65653" y="540689"/>
              <a:ext cx="3559978" cy="2805008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84FA090-1E51-4E96-AE7C-430E378B5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077" y="421418"/>
              <a:ext cx="3943847" cy="3117733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89869E-ECC4-4D30-B2DF-C7DC3DD85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60566" y="341627"/>
              <a:ext cx="4205424" cy="3304046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Obraz 3" descr="Obraz zawierający tekst, zrzut ekranu, Czcionka, numer&#10;&#10;Opis wygenerowany automatycznie">
            <a:extLst>
              <a:ext uri="{FF2B5EF4-FFF2-40B4-BE49-F238E27FC236}">
                <a16:creationId xmlns:a16="http://schemas.microsoft.com/office/drawing/2014/main" id="{A7FB21C6-E57C-4CD9-8DC7-068693E2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6" y="50819"/>
            <a:ext cx="5553343" cy="4263075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00FFD8-6FD9-C66B-BE02-885B5ACE8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668" y="5231003"/>
            <a:ext cx="8932863" cy="1677725"/>
          </a:xfrm>
        </p:spPr>
        <p:txBody>
          <a:bodyPr vert="horz" lIns="109728" tIns="109728" rIns="109728" bIns="91440" rtlCol="0">
            <a:normAutofit/>
          </a:bodyPr>
          <a:lstStyle/>
          <a:p>
            <a:pPr algn="ctr"/>
            <a:r>
              <a:rPr lang="pl-PL">
                <a:ea typeface="Meiryo"/>
              </a:rPr>
              <a:t>Po kliknięciu "Informacja" pojawia się okno z informacją o użytkowniku. Poprzez przycisk "Edytuj" możemy edytować każde pole</a:t>
            </a:r>
            <a:endParaRPr lang="pl-PL" err="1"/>
          </a:p>
        </p:txBody>
      </p:sp>
      <p:pic>
        <p:nvPicPr>
          <p:cNvPr id="6" name="Obraz 5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93B1DBA6-0DB3-FD9D-10F8-E1403E18B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28" y="93847"/>
            <a:ext cx="5492004" cy="420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92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B8749-AF8B-EF82-6583-B603B97E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2" name="Obraz 11" descr="Obraz zawierający tekst, zrzut ekranu, oprogramowanie, wyświetlacz&#10;&#10;Opis wygenerowany automatycznie">
            <a:extLst>
              <a:ext uri="{FF2B5EF4-FFF2-40B4-BE49-F238E27FC236}">
                <a16:creationId xmlns:a16="http://schemas.microsoft.com/office/drawing/2014/main" id="{152040F5-0487-F08C-014D-2655265F4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1" y="257735"/>
            <a:ext cx="7309164" cy="634253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18B7C3D-CF49-7543-8B22-3F662071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6"/>
            <a:ext cx="3689406" cy="1944371"/>
          </a:xfrm>
        </p:spPr>
        <p:txBody>
          <a:bodyPr anchor="b">
            <a:normAutofit/>
          </a:bodyPr>
          <a:lstStyle/>
          <a:p>
            <a:r>
              <a:rPr lang="pl-PL">
                <a:ea typeface="Meiryo"/>
              </a:rPr>
              <a:t>Okno eventów</a:t>
            </a:r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CC263E2-2B2A-5AC7-4C25-AFA25880DD9C}"/>
              </a:ext>
            </a:extLst>
          </p:cNvPr>
          <p:cNvSpPr txBox="1"/>
          <p:nvPr/>
        </p:nvSpPr>
        <p:spPr>
          <a:xfrm>
            <a:off x="2535331" y="1605242"/>
            <a:ext cx="226134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400">
                <a:ea typeface="Meiryo"/>
              </a:rPr>
              <a:t>Stworzenie wydarzenia</a:t>
            </a:r>
          </a:p>
          <a:p>
            <a:endParaRPr lang="pl-PL" sz="1400">
              <a:ea typeface="Meiryo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E32E3CD-95F7-81D2-C369-39B774CD4A31}"/>
              </a:ext>
            </a:extLst>
          </p:cNvPr>
          <p:cNvSpPr txBox="1"/>
          <p:nvPr/>
        </p:nvSpPr>
        <p:spPr>
          <a:xfrm>
            <a:off x="5079066" y="156041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400">
                <a:ea typeface="Meiryo"/>
              </a:rPr>
              <a:t>Nazwa grupy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B573A00-3C30-03AD-C06F-CE55A767E36C}"/>
              </a:ext>
            </a:extLst>
          </p:cNvPr>
          <p:cNvSpPr txBox="1"/>
          <p:nvPr/>
        </p:nvSpPr>
        <p:spPr>
          <a:xfrm>
            <a:off x="2683808" y="2504514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1400">
                <a:ea typeface="Meiryo"/>
              </a:rPr>
              <a:t>Nazwa eventu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8D731C29-3880-4FB9-996D-0A779FC89561}"/>
              </a:ext>
            </a:extLst>
          </p:cNvPr>
          <p:cNvCxnSpPr/>
          <p:nvPr/>
        </p:nvCxnSpPr>
        <p:spPr>
          <a:xfrm flipH="1" flipV="1">
            <a:off x="4651003" y="1042708"/>
            <a:ext cx="553570" cy="587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4B286413-5356-320B-B918-2AA7D2411423}"/>
              </a:ext>
            </a:extLst>
          </p:cNvPr>
          <p:cNvCxnSpPr/>
          <p:nvPr/>
        </p:nvCxnSpPr>
        <p:spPr>
          <a:xfrm flipH="1" flipV="1">
            <a:off x="2978524" y="1095936"/>
            <a:ext cx="363070" cy="53115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C02B7A96-6E92-3D9A-435F-FF497B53935E}"/>
              </a:ext>
            </a:extLst>
          </p:cNvPr>
          <p:cNvCxnSpPr/>
          <p:nvPr/>
        </p:nvCxnSpPr>
        <p:spPr>
          <a:xfrm flipH="1" flipV="1">
            <a:off x="1933575" y="1810311"/>
            <a:ext cx="867335" cy="65442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893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37FC1-7110-5B86-DE86-443EC6AA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32" name="Rectangle 131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CE6E2C1-8BAB-60B4-293E-AE811DCA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489" y="4981885"/>
            <a:ext cx="8394306" cy="150282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Stworzenie/edycja/usuwanie eventu</a:t>
            </a:r>
          </a:p>
        </p:txBody>
      </p:sp>
      <p:pic>
        <p:nvPicPr>
          <p:cNvPr id="10" name="Obraz 9" descr="Obraz zawierający tekst, zrzut ekranu, Czcionka, numer&#10;&#10;Opis wygenerowany automatycznie">
            <a:extLst>
              <a:ext uri="{FF2B5EF4-FFF2-40B4-BE49-F238E27FC236}">
                <a16:creationId xmlns:a16="http://schemas.microsoft.com/office/drawing/2014/main" id="{72E6F8AB-4222-4AAB-722E-68932BAF5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363" y="416858"/>
            <a:ext cx="5898776" cy="4186517"/>
          </a:xfrm>
          <a:prstGeom prst="rect">
            <a:avLst/>
          </a:prstGeom>
        </p:spPr>
      </p:pic>
      <p:pic>
        <p:nvPicPr>
          <p:cNvPr id="11" name="Obraz 10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2DEB9DB6-BF9E-58A1-66E7-8349D79E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48" y="419660"/>
            <a:ext cx="5676900" cy="418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9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F7B57-53D5-0AEA-A22E-786B6764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0DB87A4-61A6-C364-48E7-F2751E64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022" y="4233916"/>
            <a:ext cx="5138645" cy="85141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pl-PL">
                <a:ea typeface="Meiryo"/>
              </a:rPr>
              <a:t>Okno konkretnego eventu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E1C41B-894D-4CD4-A72F-447D58381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34197" y="341627"/>
            <a:ext cx="4205424" cy="3304046"/>
            <a:chOff x="-843692" y="341627"/>
            <a:chExt cx="4205424" cy="330404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189BC6F-A9FF-4975-8CE3-218544F8D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538605" y="540689"/>
              <a:ext cx="3559978" cy="2805008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1B7CCCA-6F84-4386-BF50-418B1B0F2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680181" y="421418"/>
              <a:ext cx="3943847" cy="3117733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B12BF7D-C8BE-4AB1-A376-FF940A35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843692" y="341627"/>
              <a:ext cx="4205424" cy="3304046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E17DE6-43F3-4FD3-9DB8-DDEACF79C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65701" y="341627"/>
            <a:ext cx="4205424" cy="3304046"/>
            <a:chOff x="3960566" y="341627"/>
            <a:chExt cx="4205424" cy="330404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719801E-A6E2-4F88-BB91-2A71DBC47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65653" y="540689"/>
              <a:ext cx="3559978" cy="2805008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84FA090-1E51-4E96-AE7C-430E378B5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077" y="421418"/>
              <a:ext cx="3943847" cy="3117733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689869E-ECC4-4D30-B2DF-C7DC3DD85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60566" y="341627"/>
              <a:ext cx="4205424" cy="3304046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" name="Obraz 7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4F605416-01B0-4165-F03E-7934780EC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524" y="101349"/>
            <a:ext cx="5514189" cy="3680163"/>
          </a:xfrm>
          <a:prstGeom prst="rect">
            <a:avLst/>
          </a:prstGeom>
        </p:spPr>
      </p:pic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0809D13-3008-6718-C0D5-366FEF599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138" y="5085327"/>
            <a:ext cx="5459041" cy="1677725"/>
          </a:xfrm>
        </p:spPr>
        <p:txBody>
          <a:bodyPr vert="horz" lIns="109728" tIns="109728" rIns="109728" bIns="91440" rtlCol="0">
            <a:normAutofit lnSpcReduction="10000"/>
          </a:bodyPr>
          <a:lstStyle/>
          <a:p>
            <a:pPr algn="ctr"/>
            <a:r>
              <a:rPr lang="pl-PL">
                <a:ea typeface="Meiryo"/>
              </a:rPr>
              <a:t>W konkretnym evencie mamy możliwość dodawania/usuwania/edycji oraz zaznaczenia obowiązku jako wykonanego</a:t>
            </a:r>
            <a:endParaRPr lang="pl-PL"/>
          </a:p>
        </p:txBody>
      </p:sp>
      <p:pic>
        <p:nvPicPr>
          <p:cNvPr id="9" name="Obraz 8" descr="Obraz zawierający tekst, zrzut ekranu, oprogramowanie, wyświetlacz&#10;&#10;Opis wygenerowany automatycznie">
            <a:extLst>
              <a:ext uri="{FF2B5EF4-FFF2-40B4-BE49-F238E27FC236}">
                <a16:creationId xmlns:a16="http://schemas.microsoft.com/office/drawing/2014/main" id="{1B452C30-2C3E-F3BD-56E9-3557EB3B7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3" y="96395"/>
            <a:ext cx="6329104" cy="532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78B325-8F32-7A28-84FE-2FBB3274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33" y="1068008"/>
            <a:ext cx="4148511" cy="1944371"/>
          </a:xfr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Dodawanie obowiązku</a:t>
            </a:r>
          </a:p>
        </p:txBody>
      </p:sp>
      <p:pic>
        <p:nvPicPr>
          <p:cNvPr id="13" name="Symbol zastępczy zawartości 12" descr="Obraz zawierający tekst, zrzut ekranu, Czcionka, design&#10;&#10;Opis wygenerowany automatycznie">
            <a:extLst>
              <a:ext uri="{FF2B5EF4-FFF2-40B4-BE49-F238E27FC236}">
                <a16:creationId xmlns:a16="http://schemas.microsoft.com/office/drawing/2014/main" id="{03A28F11-1BC4-05B3-57F8-553DC5E90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69" y="1127734"/>
            <a:ext cx="7052258" cy="4837854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F1E5E18-AFD6-D527-1C48-96B1103D7A79}"/>
              </a:ext>
            </a:extLst>
          </p:cNvPr>
          <p:cNvSpPr txBox="1"/>
          <p:nvPr/>
        </p:nvSpPr>
        <p:spPr>
          <a:xfrm>
            <a:off x="7813988" y="3253897"/>
            <a:ext cx="4146625" cy="2385392"/>
          </a:xfrm>
          <a:prstGeom prst="rect">
            <a:avLst/>
          </a:prstGeom>
        </p:spPr>
        <p:txBody>
          <a:bodyPr rot="0" spcFirstLastPara="0" vertOverflow="overflow" horzOverflow="overflow" vert="horz" lIns="109728" tIns="109728" rIns="109728" bIns="9144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</a:pPr>
            <a:r>
              <a:rPr lang="en-US" spc="150">
                <a:solidFill>
                  <a:schemeClr val="tx1">
                    <a:lumMod val="75000"/>
                    <a:lumOff val="25000"/>
                  </a:schemeClr>
                </a:solidFill>
              </a:rPr>
              <a:t>Z listy użytkowników wybieramy osobę do której chcemy przypisać obowiązek i niżej wpisujemy co ma zrobić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6AF2537-9F15-99E4-0C10-D41DB43B9C82}"/>
              </a:ext>
            </a:extLst>
          </p:cNvPr>
          <p:cNvSpPr txBox="1"/>
          <p:nvPr/>
        </p:nvSpPr>
        <p:spPr>
          <a:xfrm>
            <a:off x="2185147" y="3193676"/>
            <a:ext cx="70036" cy="140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983FB80-8DFA-6371-84D7-D44248F40F8C}"/>
              </a:ext>
            </a:extLst>
          </p:cNvPr>
          <p:cNvSpPr txBox="1"/>
          <p:nvPr/>
        </p:nvSpPr>
        <p:spPr>
          <a:xfrm>
            <a:off x="2297205" y="284349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536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88147E-0CFF-CFCC-6B6B-8B4C536D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>
                <a:ea typeface="Meiryo"/>
              </a:rPr>
              <a:t>Niezrealizowane funkcjonalności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1DF8EE-3C8D-194B-BB3B-4A9CDC7E3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pPr marL="285750" indent="-285750">
              <a:buFont typeface="Wingdings" panose="020B0503020204020204" pitchFamily="34" charset="0"/>
              <a:buChar char="v"/>
            </a:pPr>
            <a:r>
              <a:rPr lang="pl-PL">
                <a:ea typeface="Meiryo"/>
              </a:rPr>
              <a:t>Organizacja podróży</a:t>
            </a:r>
          </a:p>
          <a:p>
            <a:pPr marL="285750" indent="-285750">
              <a:buFont typeface="Wingdings" panose="020B0503020204020204" pitchFamily="34" charset="0"/>
              <a:buChar char="v"/>
            </a:pPr>
            <a:r>
              <a:rPr lang="pl-PL">
                <a:ea typeface="Meiryo"/>
              </a:rPr>
              <a:t>Wysyłanie obowiązków uczestnikom grupy</a:t>
            </a:r>
          </a:p>
          <a:p>
            <a:endParaRPr lang="pl-PL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680228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624CBFB-D803-467F-960F-B6A30F82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D0C7FC-D864-812C-CFFB-DE6309AB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823" y="1346268"/>
            <a:ext cx="8868354" cy="2463667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Repozytorium na GitHubie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3C85561-90D2-4AFA-B2C5-F2D61D86C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026B71D-5A6F-48FE-AC6A-D7AAA018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47015" y="-1314429"/>
            <a:ext cx="1697663" cy="12191695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AD97C-7CA8-8BB8-8318-2C4096A56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4595" y="3809935"/>
            <a:ext cx="7417592" cy="1524066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https://github.com/ViktorUw/groupOrg.git</a:t>
            </a:r>
          </a:p>
        </p:txBody>
      </p:sp>
    </p:spTree>
    <p:extLst>
      <p:ext uri="{BB962C8B-B14F-4D97-AF65-F5344CB8AC3E}">
        <p14:creationId xmlns:p14="http://schemas.microsoft.com/office/powerpoint/2010/main" val="15715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7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9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9" name="Freeform: Shape 11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5" name="Freeform: Shape 13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6" name="Freeform: Shape 15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17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8" name="Freeform: Shape 19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9" name="Freeform: Shape 21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50" name="Rectangle 23">
            <a:extLst>
              <a:ext uri="{FF2B5EF4-FFF2-40B4-BE49-F238E27FC236}">
                <a16:creationId xmlns:a16="http://schemas.microsoft.com/office/drawing/2014/main" id="{97ACB619-0A09-4C51-8BA5-9BDECE7E4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1" name="Freeform: Shape 25">
            <a:extLst>
              <a:ext uri="{FF2B5EF4-FFF2-40B4-BE49-F238E27FC236}">
                <a16:creationId xmlns:a16="http://schemas.microsoft.com/office/drawing/2014/main" id="{C44D3CAF-8753-4313-AA2D-F75CAC4DD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0637" y="0"/>
            <a:ext cx="4013331" cy="2742133"/>
          </a:xfrm>
          <a:custGeom>
            <a:avLst/>
            <a:gdLst>
              <a:gd name="connsiteX0" fmla="*/ 294151 w 4013331"/>
              <a:gd name="connsiteY0" fmla="*/ 0 h 2742133"/>
              <a:gd name="connsiteX1" fmla="*/ 3844057 w 4013331"/>
              <a:gd name="connsiteY1" fmla="*/ 0 h 2742133"/>
              <a:gd name="connsiteX2" fmla="*/ 3892490 w 4013331"/>
              <a:gd name="connsiteY2" fmla="*/ 131440 h 2742133"/>
              <a:gd name="connsiteX3" fmla="*/ 4013331 w 4013331"/>
              <a:gd name="connsiteY3" fmla="*/ 941251 h 2742133"/>
              <a:gd name="connsiteX4" fmla="*/ 3804827 w 4013331"/>
              <a:gd name="connsiteY4" fmla="*/ 1540292 h 2742133"/>
              <a:gd name="connsiteX5" fmla="*/ 3187498 w 4013331"/>
              <a:gd name="connsiteY5" fmla="*/ 2098087 h 2742133"/>
              <a:gd name="connsiteX6" fmla="*/ 3051769 w 4013331"/>
              <a:gd name="connsiteY6" fmla="*/ 2204787 h 2742133"/>
              <a:gd name="connsiteX7" fmla="*/ 1936476 w 4013331"/>
              <a:gd name="connsiteY7" fmla="*/ 2742133 h 2742133"/>
              <a:gd name="connsiteX8" fmla="*/ 467303 w 4013331"/>
              <a:gd name="connsiteY8" fmla="*/ 1868695 h 2742133"/>
              <a:gd name="connsiteX9" fmla="*/ 310732 w 4013331"/>
              <a:gd name="connsiteY9" fmla="*/ 1645244 h 2742133"/>
              <a:gd name="connsiteX10" fmla="*/ 0 w 4013331"/>
              <a:gd name="connsiteY10" fmla="*/ 941251 h 2742133"/>
              <a:gd name="connsiteX11" fmla="*/ 187749 w 4013331"/>
              <a:gd name="connsiteY11" fmla="*/ 183076 h 2742133"/>
              <a:gd name="connsiteX12" fmla="*/ 288888 w 4013331"/>
              <a:gd name="connsiteY12" fmla="*/ 7329 h 274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13331" h="2742133">
                <a:moveTo>
                  <a:pt x="294151" y="0"/>
                </a:moveTo>
                <a:lnTo>
                  <a:pt x="3844057" y="0"/>
                </a:lnTo>
                <a:lnTo>
                  <a:pt x="3892490" y="131440"/>
                </a:lnTo>
                <a:cubicBezTo>
                  <a:pt x="3971777" y="378867"/>
                  <a:pt x="4013331" y="652783"/>
                  <a:pt x="4013331" y="941251"/>
                </a:cubicBezTo>
                <a:cubicBezTo>
                  <a:pt x="4013331" y="1171430"/>
                  <a:pt x="3948997" y="1356167"/>
                  <a:pt x="3804827" y="1540292"/>
                </a:cubicBezTo>
                <a:cubicBezTo>
                  <a:pt x="3654026" y="1732895"/>
                  <a:pt x="3427436" y="1910292"/>
                  <a:pt x="3187498" y="2098087"/>
                </a:cubicBezTo>
                <a:cubicBezTo>
                  <a:pt x="3143231" y="2132693"/>
                  <a:pt x="3097499" y="2168522"/>
                  <a:pt x="3051769" y="2204787"/>
                </a:cubicBezTo>
                <a:cubicBezTo>
                  <a:pt x="2642425" y="2529345"/>
                  <a:pt x="2343664" y="2742133"/>
                  <a:pt x="1936476" y="2742133"/>
                </a:cubicBezTo>
                <a:cubicBezTo>
                  <a:pt x="1316045" y="2742133"/>
                  <a:pt x="876647" y="2480932"/>
                  <a:pt x="467303" y="1868695"/>
                </a:cubicBezTo>
                <a:cubicBezTo>
                  <a:pt x="413736" y="1788559"/>
                  <a:pt x="361372" y="1715679"/>
                  <a:pt x="310732" y="1645244"/>
                </a:cubicBezTo>
                <a:cubicBezTo>
                  <a:pt x="100850" y="1353195"/>
                  <a:pt x="0" y="1201315"/>
                  <a:pt x="0" y="941251"/>
                </a:cubicBezTo>
                <a:cubicBezTo>
                  <a:pt x="0" y="683021"/>
                  <a:pt x="63214" y="427935"/>
                  <a:pt x="187749" y="183076"/>
                </a:cubicBezTo>
                <a:cubicBezTo>
                  <a:pt x="218215" y="123194"/>
                  <a:pt x="251953" y="64578"/>
                  <a:pt x="288888" y="7329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2" name="Freeform: Shape 27">
            <a:extLst>
              <a:ext uri="{FF2B5EF4-FFF2-40B4-BE49-F238E27FC236}">
                <a16:creationId xmlns:a16="http://schemas.microsoft.com/office/drawing/2014/main" id="{8D4A9DCA-CD08-4326-A478-9ABDAC690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6319" y="0"/>
            <a:ext cx="3401415" cy="2440484"/>
          </a:xfrm>
          <a:custGeom>
            <a:avLst/>
            <a:gdLst>
              <a:gd name="connsiteX0" fmla="*/ 332917 w 3401415"/>
              <a:gd name="connsiteY0" fmla="*/ 0 h 2440484"/>
              <a:gd name="connsiteX1" fmla="*/ 3207137 w 3401415"/>
              <a:gd name="connsiteY1" fmla="*/ 0 h 2440484"/>
              <a:gd name="connsiteX2" fmla="*/ 3242654 w 3401415"/>
              <a:gd name="connsiteY2" fmla="*/ 74937 h 2440484"/>
              <a:gd name="connsiteX3" fmla="*/ 3401415 w 3401415"/>
              <a:gd name="connsiteY3" fmla="*/ 914184 h 2440484"/>
              <a:gd name="connsiteX4" fmla="*/ 3224702 w 3401415"/>
              <a:gd name="connsiteY4" fmla="*/ 1421888 h 2440484"/>
              <a:gd name="connsiteX5" fmla="*/ 2701498 w 3401415"/>
              <a:gd name="connsiteY5" fmla="*/ 1894635 h 2440484"/>
              <a:gd name="connsiteX6" fmla="*/ 2586463 w 3401415"/>
              <a:gd name="connsiteY6" fmla="*/ 1985068 h 2440484"/>
              <a:gd name="connsiteX7" fmla="*/ 1641219 w 3401415"/>
              <a:gd name="connsiteY7" fmla="*/ 2440484 h 2440484"/>
              <a:gd name="connsiteX8" fmla="*/ 396053 w 3401415"/>
              <a:gd name="connsiteY8" fmla="*/ 1700219 h 2440484"/>
              <a:gd name="connsiteX9" fmla="*/ 263354 w 3401415"/>
              <a:gd name="connsiteY9" fmla="*/ 1510839 h 2440484"/>
              <a:gd name="connsiteX10" fmla="*/ 0 w 3401415"/>
              <a:gd name="connsiteY10" fmla="*/ 914184 h 2440484"/>
              <a:gd name="connsiteX11" fmla="*/ 159122 w 3401415"/>
              <a:gd name="connsiteY11" fmla="*/ 271610 h 2440484"/>
              <a:gd name="connsiteX12" fmla="*/ 244841 w 3401415"/>
              <a:gd name="connsiteY12" fmla="*/ 122658 h 244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01415" h="2440484">
                <a:moveTo>
                  <a:pt x="332917" y="0"/>
                </a:moveTo>
                <a:lnTo>
                  <a:pt x="3207137" y="0"/>
                </a:lnTo>
                <a:lnTo>
                  <a:pt x="3242654" y="74937"/>
                </a:lnTo>
                <a:cubicBezTo>
                  <a:pt x="3346386" y="322243"/>
                  <a:pt x="3401415" y="608579"/>
                  <a:pt x="3401415" y="914184"/>
                </a:cubicBezTo>
                <a:cubicBezTo>
                  <a:pt x="3401415" y="1109268"/>
                  <a:pt x="3346890" y="1265837"/>
                  <a:pt x="3224702" y="1421888"/>
                </a:cubicBezTo>
                <a:cubicBezTo>
                  <a:pt x="3096894" y="1585125"/>
                  <a:pt x="2904852" y="1735475"/>
                  <a:pt x="2701498" y="1894635"/>
                </a:cubicBezTo>
                <a:cubicBezTo>
                  <a:pt x="2663980" y="1923966"/>
                  <a:pt x="2625221" y="1954332"/>
                  <a:pt x="2586463" y="1985068"/>
                </a:cubicBezTo>
                <a:cubicBezTo>
                  <a:pt x="2239532" y="2260140"/>
                  <a:pt x="1986324" y="2440484"/>
                  <a:pt x="1641219" y="2440484"/>
                </a:cubicBezTo>
                <a:cubicBezTo>
                  <a:pt x="1115386" y="2440484"/>
                  <a:pt x="742984" y="2219109"/>
                  <a:pt x="396053" y="1700219"/>
                </a:cubicBezTo>
                <a:cubicBezTo>
                  <a:pt x="350653" y="1632303"/>
                  <a:pt x="306273" y="1570535"/>
                  <a:pt x="263354" y="1510839"/>
                </a:cubicBezTo>
                <a:cubicBezTo>
                  <a:pt x="85473" y="1263318"/>
                  <a:pt x="0" y="1134597"/>
                  <a:pt x="0" y="914184"/>
                </a:cubicBezTo>
                <a:cubicBezTo>
                  <a:pt x="0" y="695327"/>
                  <a:pt x="53576" y="479135"/>
                  <a:pt x="159122" y="271610"/>
                </a:cubicBezTo>
                <a:cubicBezTo>
                  <a:pt x="184943" y="220858"/>
                  <a:pt x="213538" y="171179"/>
                  <a:pt x="244841" y="122658"/>
                </a:cubicBezTo>
                <a:close/>
              </a:path>
            </a:pathLst>
          </a:custGeom>
          <a:noFill/>
          <a:ln w="158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3" name="Freeform: Shape 29">
            <a:extLst>
              <a:ext uri="{FF2B5EF4-FFF2-40B4-BE49-F238E27FC236}">
                <a16:creationId xmlns:a16="http://schemas.microsoft.com/office/drawing/2014/main" id="{FEB24D6D-151C-47FB-8FFE-984F0743D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2490" y="0"/>
            <a:ext cx="4164597" cy="2817185"/>
          </a:xfrm>
          <a:custGeom>
            <a:avLst/>
            <a:gdLst>
              <a:gd name="connsiteX0" fmla="*/ 237339 w 4130517"/>
              <a:gd name="connsiteY0" fmla="*/ 0 h 2806419"/>
              <a:gd name="connsiteX1" fmla="*/ 3997489 w 4130517"/>
              <a:gd name="connsiteY1" fmla="*/ 0 h 2806419"/>
              <a:gd name="connsiteX2" fmla="*/ 4006148 w 4130517"/>
              <a:gd name="connsiteY2" fmla="*/ 24333 h 2806419"/>
              <a:gd name="connsiteX3" fmla="*/ 4130517 w 4130517"/>
              <a:gd name="connsiteY3" fmla="*/ 887307 h 2806419"/>
              <a:gd name="connsiteX4" fmla="*/ 3915925 w 4130517"/>
              <a:gd name="connsiteY4" fmla="*/ 1525677 h 2806419"/>
              <a:gd name="connsiteX5" fmla="*/ 3280571 w 4130517"/>
              <a:gd name="connsiteY5" fmla="*/ 2120090 h 2806419"/>
              <a:gd name="connsiteX6" fmla="*/ 3140878 w 4130517"/>
              <a:gd name="connsiteY6" fmla="*/ 2233796 h 2806419"/>
              <a:gd name="connsiteX7" fmla="*/ 1993019 w 4130517"/>
              <a:gd name="connsiteY7" fmla="*/ 2806419 h 2806419"/>
              <a:gd name="connsiteX8" fmla="*/ 480948 w 4130517"/>
              <a:gd name="connsiteY8" fmla="*/ 1875638 h 2806419"/>
              <a:gd name="connsiteX9" fmla="*/ 319805 w 4130517"/>
              <a:gd name="connsiteY9" fmla="*/ 1637519 h 2806419"/>
              <a:gd name="connsiteX10" fmla="*/ 0 w 4130517"/>
              <a:gd name="connsiteY10" fmla="*/ 887307 h 2806419"/>
              <a:gd name="connsiteX11" fmla="*/ 193231 w 4130517"/>
              <a:gd name="connsiteY11" fmla="*/ 79360 h 280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30517" h="2806419">
                <a:moveTo>
                  <a:pt x="237339" y="0"/>
                </a:moveTo>
                <a:lnTo>
                  <a:pt x="3997489" y="0"/>
                </a:lnTo>
                <a:lnTo>
                  <a:pt x="4006148" y="24333"/>
                </a:lnTo>
                <a:cubicBezTo>
                  <a:pt x="4087750" y="288004"/>
                  <a:pt x="4130517" y="579903"/>
                  <a:pt x="4130517" y="887307"/>
                </a:cubicBezTo>
                <a:cubicBezTo>
                  <a:pt x="4130517" y="1132599"/>
                  <a:pt x="4064304" y="1329464"/>
                  <a:pt x="3915925" y="1525677"/>
                </a:cubicBezTo>
                <a:cubicBezTo>
                  <a:pt x="3760721" y="1730924"/>
                  <a:pt x="3527514" y="1919967"/>
                  <a:pt x="3280571" y="2120090"/>
                </a:cubicBezTo>
                <a:cubicBezTo>
                  <a:pt x="3235011" y="2156968"/>
                  <a:pt x="3187944" y="2195151"/>
                  <a:pt x="3140878" y="2233796"/>
                </a:cubicBezTo>
                <a:cubicBezTo>
                  <a:pt x="2719582" y="2579662"/>
                  <a:pt x="2412097" y="2806419"/>
                  <a:pt x="1993019" y="2806419"/>
                </a:cubicBezTo>
                <a:cubicBezTo>
                  <a:pt x="1354472" y="2806419"/>
                  <a:pt x="902244" y="2528070"/>
                  <a:pt x="480948" y="1875638"/>
                </a:cubicBezTo>
                <a:cubicBezTo>
                  <a:pt x="425816" y="1790244"/>
                  <a:pt x="371924" y="1712578"/>
                  <a:pt x="319805" y="1637519"/>
                </a:cubicBezTo>
                <a:cubicBezTo>
                  <a:pt x="103795" y="1326296"/>
                  <a:pt x="0" y="1164446"/>
                  <a:pt x="0" y="887307"/>
                </a:cubicBezTo>
                <a:cubicBezTo>
                  <a:pt x="0" y="612125"/>
                  <a:pt x="65060" y="340293"/>
                  <a:pt x="193231" y="7936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31">
            <a:extLst>
              <a:ext uri="{FF2B5EF4-FFF2-40B4-BE49-F238E27FC236}">
                <a16:creationId xmlns:a16="http://schemas.microsoft.com/office/drawing/2014/main" id="{EB85EDFA-C3E9-456D-B330-A7119BFB2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577" y="0"/>
            <a:ext cx="4389519" cy="2916937"/>
          </a:xfrm>
          <a:custGeom>
            <a:avLst/>
            <a:gdLst>
              <a:gd name="connsiteX0" fmla="*/ 208215 w 4389519"/>
              <a:gd name="connsiteY0" fmla="*/ 0 h 2916937"/>
              <a:gd name="connsiteX1" fmla="*/ 4284014 w 4389519"/>
              <a:gd name="connsiteY1" fmla="*/ 0 h 2916937"/>
              <a:gd name="connsiteX2" fmla="*/ 4335794 w 4389519"/>
              <a:gd name="connsiteY2" fmla="*/ 207911 h 2916937"/>
              <a:gd name="connsiteX3" fmla="*/ 4376420 w 4389519"/>
              <a:gd name="connsiteY3" fmla="*/ 1078865 h 2916937"/>
              <a:gd name="connsiteX4" fmla="*/ 4090147 w 4389519"/>
              <a:gd name="connsiteY4" fmla="*/ 1734728 h 2916937"/>
              <a:gd name="connsiteX5" fmla="*/ 3362552 w 4389519"/>
              <a:gd name="connsiteY5" fmla="*/ 2305097 h 2916937"/>
              <a:gd name="connsiteX6" fmla="*/ 3204152 w 4389519"/>
              <a:gd name="connsiteY6" fmla="*/ 2412521 h 2916937"/>
              <a:gd name="connsiteX7" fmla="*/ 1936072 w 4389519"/>
              <a:gd name="connsiteY7" fmla="*/ 2912360 h 2916937"/>
              <a:gd name="connsiteX8" fmla="*/ 421690 w 4389519"/>
              <a:gd name="connsiteY8" fmla="*/ 1787063 h 2916937"/>
              <a:gd name="connsiteX9" fmla="*/ 273167 w 4389519"/>
              <a:gd name="connsiteY9" fmla="*/ 1520080 h 2916937"/>
              <a:gd name="connsiteX10" fmla="*/ 4118 w 4389519"/>
              <a:gd name="connsiteY10" fmla="*/ 696338 h 2916937"/>
              <a:gd name="connsiteX11" fmla="*/ 175984 w 4389519"/>
              <a:gd name="connsiteY11" fmla="*/ 60381 h 291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89519" h="2916937">
                <a:moveTo>
                  <a:pt x="208215" y="0"/>
                </a:moveTo>
                <a:lnTo>
                  <a:pt x="4284014" y="0"/>
                </a:lnTo>
                <a:lnTo>
                  <a:pt x="4335794" y="207911"/>
                </a:lnTo>
                <a:cubicBezTo>
                  <a:pt x="4388748" y="479686"/>
                  <a:pt x="4403109" y="773803"/>
                  <a:pt x="4376420" y="1078865"/>
                </a:cubicBezTo>
                <a:cubicBezTo>
                  <a:pt x="4353703" y="1338514"/>
                  <a:pt x="4265383" y="1540772"/>
                  <a:pt x="4090147" y="1734728"/>
                </a:cubicBezTo>
                <a:cubicBezTo>
                  <a:pt x="3906850" y="1937616"/>
                  <a:pt x="3642485" y="2116128"/>
                  <a:pt x="3362552" y="2305097"/>
                </a:cubicBezTo>
                <a:cubicBezTo>
                  <a:pt x="3310910" y="2339914"/>
                  <a:pt x="3257553" y="2375972"/>
                  <a:pt x="3204152" y="2412521"/>
                </a:cubicBezTo>
                <a:cubicBezTo>
                  <a:pt x="2726165" y="2739616"/>
                  <a:pt x="2379682" y="2951171"/>
                  <a:pt x="1936072" y="2912360"/>
                </a:cubicBezTo>
                <a:cubicBezTo>
                  <a:pt x="1260148" y="2853224"/>
                  <a:pt x="807225" y="2516700"/>
                  <a:pt x="421690" y="1787063"/>
                </a:cubicBezTo>
                <a:cubicBezTo>
                  <a:pt x="371240" y="1691563"/>
                  <a:pt x="321385" y="1604361"/>
                  <a:pt x="273167" y="1520080"/>
                </a:cubicBezTo>
                <a:cubicBezTo>
                  <a:pt x="73334" y="1170636"/>
                  <a:pt x="-21548" y="989700"/>
                  <a:pt x="4118" y="696338"/>
                </a:cubicBezTo>
                <a:cubicBezTo>
                  <a:pt x="23232" y="477870"/>
                  <a:pt x="80908" y="264786"/>
                  <a:pt x="175984" y="6038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516F90C-A3AC-46E0-8029-8C20BB17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684496"/>
            <a:ext cx="4293360" cy="5181455"/>
          </a:xfrm>
          <a:custGeom>
            <a:avLst/>
            <a:gdLst>
              <a:gd name="connsiteX0" fmla="*/ 1155130 w 4174269"/>
              <a:gd name="connsiteY0" fmla="*/ 990 h 5181455"/>
              <a:gd name="connsiteX1" fmla="*/ 2396955 w 4174269"/>
              <a:gd name="connsiteY1" fmla="*/ 367328 h 5181455"/>
              <a:gd name="connsiteX2" fmla="*/ 3827960 w 4174269"/>
              <a:gd name="connsiteY2" fmla="*/ 4749328 h 5181455"/>
              <a:gd name="connsiteX3" fmla="*/ 3561502 w 4174269"/>
              <a:gd name="connsiteY3" fmla="*/ 5090948 h 5181455"/>
              <a:gd name="connsiteX4" fmla="*/ 3452726 w 4174269"/>
              <a:gd name="connsiteY4" fmla="*/ 5181455 h 5181455"/>
              <a:gd name="connsiteX5" fmla="*/ 0 w 4174269"/>
              <a:gd name="connsiteY5" fmla="*/ 5181455 h 5181455"/>
              <a:gd name="connsiteX6" fmla="*/ 0 w 4174269"/>
              <a:gd name="connsiteY6" fmla="*/ 251605 h 5181455"/>
              <a:gd name="connsiteX7" fmla="*/ 157396 w 4174269"/>
              <a:gd name="connsiteY7" fmla="*/ 182600 h 5181455"/>
              <a:gd name="connsiteX8" fmla="*/ 1155130 w 4174269"/>
              <a:gd name="connsiteY8" fmla="*/ 990 h 5181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74269" h="5181455">
                <a:moveTo>
                  <a:pt x="1155130" y="990"/>
                </a:moveTo>
                <a:cubicBezTo>
                  <a:pt x="1564667" y="12730"/>
                  <a:pt x="1984593" y="129250"/>
                  <a:pt x="2396955" y="367328"/>
                </a:cubicBezTo>
                <a:cubicBezTo>
                  <a:pt x="3871760" y="1218807"/>
                  <a:pt x="4678347" y="3276416"/>
                  <a:pt x="3827960" y="4749328"/>
                </a:cubicBezTo>
                <a:cubicBezTo>
                  <a:pt x="3748235" y="4887417"/>
                  <a:pt x="3658928" y="4998272"/>
                  <a:pt x="3561502" y="5090948"/>
                </a:cubicBezTo>
                <a:lnTo>
                  <a:pt x="3452726" y="5181455"/>
                </a:lnTo>
                <a:lnTo>
                  <a:pt x="0" y="5181455"/>
                </a:lnTo>
                <a:lnTo>
                  <a:pt x="0" y="251605"/>
                </a:lnTo>
                <a:lnTo>
                  <a:pt x="157396" y="182600"/>
                </a:lnTo>
                <a:cubicBezTo>
                  <a:pt x="475610" y="54980"/>
                  <a:pt x="811718" y="-8854"/>
                  <a:pt x="1155130" y="99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CFD6E36-333B-4520-8313-396CCE682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355238"/>
            <a:ext cx="4381339" cy="5510713"/>
          </a:xfrm>
          <a:custGeom>
            <a:avLst/>
            <a:gdLst>
              <a:gd name="connsiteX0" fmla="*/ 948905 w 4259808"/>
              <a:gd name="connsiteY0" fmla="*/ 1556 h 5510713"/>
              <a:gd name="connsiteX1" fmla="*/ 2304106 w 4259808"/>
              <a:gd name="connsiteY1" fmla="*/ 405867 h 5510713"/>
              <a:gd name="connsiteX2" fmla="*/ 3890982 w 4259808"/>
              <a:gd name="connsiteY2" fmla="*/ 5156588 h 5510713"/>
              <a:gd name="connsiteX3" fmla="*/ 3680329 w 4259808"/>
              <a:gd name="connsiteY3" fmla="*/ 5445948 h 5510713"/>
              <a:gd name="connsiteX4" fmla="*/ 3616504 w 4259808"/>
              <a:gd name="connsiteY4" fmla="*/ 5510713 h 5510713"/>
              <a:gd name="connsiteX5" fmla="*/ 0 w 4259808"/>
              <a:gd name="connsiteY5" fmla="*/ 5510713 h 5510713"/>
              <a:gd name="connsiteX6" fmla="*/ 0 w 4259808"/>
              <a:gd name="connsiteY6" fmla="*/ 144797 h 5510713"/>
              <a:gd name="connsiteX7" fmla="*/ 164164 w 4259808"/>
              <a:gd name="connsiteY7" fmla="*/ 92266 h 5510713"/>
              <a:gd name="connsiteX8" fmla="*/ 948905 w 4259808"/>
              <a:gd name="connsiteY8" fmla="*/ 1556 h 5510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9808" h="5510713">
                <a:moveTo>
                  <a:pt x="948905" y="1556"/>
                </a:moveTo>
                <a:cubicBezTo>
                  <a:pt x="1395136" y="16867"/>
                  <a:pt x="1853354" y="145625"/>
                  <a:pt x="2304106" y="405867"/>
                </a:cubicBezTo>
                <a:cubicBezTo>
                  <a:pt x="3916211" y="1336616"/>
                  <a:pt x="4808028" y="3568218"/>
                  <a:pt x="3890982" y="5156588"/>
                </a:cubicBezTo>
                <a:cubicBezTo>
                  <a:pt x="3826502" y="5268272"/>
                  <a:pt x="3756052" y="5363347"/>
                  <a:pt x="3680329" y="5445948"/>
                </a:cubicBezTo>
                <a:lnTo>
                  <a:pt x="3616504" y="5510713"/>
                </a:lnTo>
                <a:lnTo>
                  <a:pt x="0" y="5510713"/>
                </a:lnTo>
                <a:lnTo>
                  <a:pt x="0" y="144797"/>
                </a:lnTo>
                <a:lnTo>
                  <a:pt x="164164" y="92266"/>
                </a:lnTo>
                <a:cubicBezTo>
                  <a:pt x="418657" y="23914"/>
                  <a:pt x="681631" y="-7614"/>
                  <a:pt x="948905" y="1556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0525857-3EAD-4969-9196-A890F8DE6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55284"/>
            <a:ext cx="3807666" cy="4710667"/>
          </a:xfrm>
          <a:custGeom>
            <a:avLst/>
            <a:gdLst>
              <a:gd name="connsiteX0" fmla="*/ 1057511 w 3702048"/>
              <a:gd name="connsiteY0" fmla="*/ 1243 h 4710667"/>
              <a:gd name="connsiteX1" fmla="*/ 2139959 w 3702048"/>
              <a:gd name="connsiteY1" fmla="*/ 324180 h 4710667"/>
              <a:gd name="connsiteX2" fmla="*/ 3407455 w 3702048"/>
              <a:gd name="connsiteY2" fmla="*/ 4118750 h 4710667"/>
              <a:gd name="connsiteX3" fmla="*/ 2754080 w 3702048"/>
              <a:gd name="connsiteY3" fmla="*/ 4690965 h 4710667"/>
              <a:gd name="connsiteX4" fmla="*/ 2711405 w 3702048"/>
              <a:gd name="connsiteY4" fmla="*/ 4710667 h 4710667"/>
              <a:gd name="connsiteX5" fmla="*/ 0 w 3702048"/>
              <a:gd name="connsiteY5" fmla="*/ 4710667 h 4710667"/>
              <a:gd name="connsiteX6" fmla="*/ 0 w 3702048"/>
              <a:gd name="connsiteY6" fmla="*/ 239601 h 4710667"/>
              <a:gd name="connsiteX7" fmla="*/ 72857 w 3702048"/>
              <a:gd name="connsiteY7" fmla="*/ 203063 h 4710667"/>
              <a:gd name="connsiteX8" fmla="*/ 1057511 w 3702048"/>
              <a:gd name="connsiteY8" fmla="*/ 1243 h 4710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2048" h="4710667">
                <a:moveTo>
                  <a:pt x="1057511" y="1243"/>
                </a:moveTo>
                <a:cubicBezTo>
                  <a:pt x="1413932" y="13473"/>
                  <a:pt x="1779927" y="116316"/>
                  <a:pt x="2139959" y="324180"/>
                </a:cubicBezTo>
                <a:cubicBezTo>
                  <a:pt x="3427605" y="1067603"/>
                  <a:pt x="4139931" y="2850064"/>
                  <a:pt x="3407455" y="4118750"/>
                </a:cubicBezTo>
                <a:cubicBezTo>
                  <a:pt x="3235777" y="4416105"/>
                  <a:pt x="3011128" y="4566048"/>
                  <a:pt x="2754080" y="4690965"/>
                </a:cubicBezTo>
                <a:lnTo>
                  <a:pt x="2711405" y="4710667"/>
                </a:lnTo>
                <a:lnTo>
                  <a:pt x="0" y="4710667"/>
                </a:lnTo>
                <a:lnTo>
                  <a:pt x="0" y="239601"/>
                </a:lnTo>
                <a:lnTo>
                  <a:pt x="72857" y="203063"/>
                </a:lnTo>
                <a:cubicBezTo>
                  <a:pt x="383165" y="61024"/>
                  <a:pt x="715942" y="-10476"/>
                  <a:pt x="1057511" y="1243"/>
                </a:cubicBezTo>
                <a:close/>
              </a:path>
            </a:pathLst>
          </a:custGeom>
          <a:noFill/>
          <a:ln w="158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A385DF-E58A-4933-89FF-3F93F8CAE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EFF1FDE-82B1-467C-9F5C-8492F4107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8B73C1E-EDFD-431F-8713-8E7A48E29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5B7DBD8-99BB-42EA-9292-033600CE0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25BC3F-79D7-496B-9CAD-9BC490954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11F0B45F-1E98-F419-DDD1-7F35F272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3543626"/>
            <a:ext cx="7060135" cy="1807759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</a:rPr>
              <a:t>Dziękuję za uwagę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205A7F-C7DA-5FC8-7373-BB0834972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312" y="5351387"/>
            <a:ext cx="7052117" cy="819101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Vasylyshyn Viktor</a:t>
            </a:r>
          </a:p>
        </p:txBody>
      </p:sp>
    </p:spTree>
    <p:extLst>
      <p:ext uri="{BB962C8B-B14F-4D97-AF65-F5344CB8AC3E}">
        <p14:creationId xmlns:p14="http://schemas.microsoft.com/office/powerpoint/2010/main" val="145188398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LightSeedLeftStep">
      <a:dk1>
        <a:srgbClr val="000000"/>
      </a:dk1>
      <a:lt1>
        <a:srgbClr val="FFFFFF"/>
      </a:lt1>
      <a:dk2>
        <a:srgbClr val="243841"/>
      </a:dk2>
      <a:lt2>
        <a:srgbClr val="E8E7E2"/>
      </a:lt2>
      <a:accent1>
        <a:srgbClr val="8B92D1"/>
      </a:accent1>
      <a:accent2>
        <a:srgbClr val="729DC7"/>
      </a:accent2>
      <a:accent3>
        <a:srgbClr val="72ACB1"/>
      </a:accent3>
      <a:accent4>
        <a:srgbClr val="66B298"/>
      </a:accent4>
      <a:accent5>
        <a:srgbClr val="72B181"/>
      </a:accent5>
      <a:accent6>
        <a:srgbClr val="74B366"/>
      </a:accent6>
      <a:hlink>
        <a:srgbClr val="898453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SketchLinesVTI</vt:lpstr>
      <vt:lpstr>Projekt w C++</vt:lpstr>
      <vt:lpstr>Plan prezentacji  </vt:lpstr>
      <vt:lpstr>Nazwa Aplikacji  </vt:lpstr>
      <vt:lpstr>Technologie  </vt:lpstr>
      <vt:lpstr>Funkcjonalności</vt:lpstr>
      <vt:lpstr>Zrealizowane  funkcjonalności:</vt:lpstr>
      <vt:lpstr>Dodawanie/Usuwanie użytkownika</vt:lpstr>
      <vt:lpstr>Edycja oraz podgląd użytkownika</vt:lpstr>
      <vt:lpstr>Okno eventów</vt:lpstr>
      <vt:lpstr>Stworzenie/edycja/usuwanie eventu</vt:lpstr>
      <vt:lpstr>Okno konkretnego eventu</vt:lpstr>
      <vt:lpstr>Dodawanie obowiązku</vt:lpstr>
      <vt:lpstr>Niezrealizowane funkcjonalności</vt:lpstr>
      <vt:lpstr>Repozytorium na GitHubie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/>
  <cp:revision>1</cp:revision>
  <dcterms:created xsi:type="dcterms:W3CDTF">2024-01-25T00:51:03Z</dcterms:created>
  <dcterms:modified xsi:type="dcterms:W3CDTF">2024-01-25T23:41:27Z</dcterms:modified>
</cp:coreProperties>
</file>